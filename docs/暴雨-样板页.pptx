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  <a:ln/>
        </p:spPr>
      </p:sp>
      <p:sp>
        <p:nvSpPr>
          <p:cNvPr id="3" name="band-1"/>
          <p:cNvSpPr/>
          <p:nvPr/>
        </p:nvSpPr>
        <p:spPr>
          <a:xfrm rot="780000">
            <a:off x="0" y="182880"/>
            <a:ext cx="12188952" cy="2560320"/>
          </a:xfrm>
          <a:prstGeom prst="rect">
            <a:avLst/>
          </a:prstGeom>
          <a:solidFill>
            <a:srgbClr val="F5EDDC">
              <a:alpha val="7000"/>
            </a:srgbClr>
          </a:solidFill>
          <a:ln/>
        </p:spPr>
      </p:sp>
      <p:sp>
        <p:nvSpPr>
          <p:cNvPr id="4" name="lamp-pole"/>
          <p:cNvSpPr/>
          <p:nvPr/>
        </p:nvSpPr>
        <p:spPr>
          <a:xfrm>
            <a:off x="11430000" y="2103120"/>
            <a:ext cx="68580" cy="3154680"/>
          </a:xfrm>
          <a:prstGeom prst="rect">
            <a:avLst/>
          </a:prstGeom>
          <a:solidFill>
            <a:srgbClr val="0E0D0C"/>
          </a:solidFill>
          <a:ln/>
        </p:spPr>
      </p:sp>
      <p:sp>
        <p:nvSpPr>
          <p:cNvPr id="5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  <a:ln/>
        </p:spPr>
      </p:sp>
      <p:sp>
        <p:nvSpPr>
          <p:cNvPr id="6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  <a:ln/>
        </p:spPr>
      </p:sp>
      <p:sp>
        <p:nvSpPr>
          <p:cNvPr id="7" name="ground"/>
          <p:cNvSpPr/>
          <p:nvPr/>
        </p:nvSpPr>
        <p:spPr>
          <a:xfrm>
            <a:off x="0" y="512064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  <a:ln/>
        </p:spPr>
      </p:sp>
      <p:sp>
        <p:nvSpPr>
          <p:cNvPr id="8" name="puddle"/>
          <p:cNvSpPr/>
          <p:nvPr/>
        </p:nvSpPr>
        <p:spPr>
          <a:xfrm>
            <a:off x="4791456" y="5202936"/>
            <a:ext cx="3200400" cy="384048"/>
          </a:xfrm>
          <a:prstGeom prst="ellipse">
            <a:avLst/>
          </a:prstGeom>
          <a:solidFill>
            <a:srgbClr val="1C1A17"/>
          </a:solidFill>
          <a:ln/>
        </p:spPr>
      </p:sp>
      <p:sp>
        <p:nvSpPr>
          <p:cNvPr id="9" name="puddle-2"/>
          <p:cNvSpPr/>
          <p:nvPr/>
        </p:nvSpPr>
        <p:spPr>
          <a:xfrm>
            <a:off x="10012680" y="5253228"/>
            <a:ext cx="1600200" cy="310896"/>
          </a:xfrm>
          <a:prstGeom prst="ellipse">
            <a:avLst/>
          </a:prstGeom>
          <a:solidFill>
            <a:srgbClr val="1C1A17"/>
          </a:solidFill>
          <a:ln/>
        </p:spPr>
      </p:sp>
      <p:sp>
        <p:nvSpPr>
          <p:cNvPr id="10" name="glint"/>
          <p:cNvSpPr/>
          <p:nvPr/>
        </p:nvSpPr>
        <p:spPr>
          <a:xfrm>
            <a:off x="10332720" y="5303520"/>
            <a:ext cx="868680" cy="137160"/>
          </a:xfrm>
          <a:prstGeom prst="ellipse">
            <a:avLst/>
          </a:prstGeom>
          <a:solidFill>
            <a:srgbClr val="E3B341">
              <a:alpha val="42000"/>
            </a:srgbClr>
          </a:solidFill>
          <a:ln/>
        </p:spPr>
      </p:sp>
      <p:sp>
        <p:nvSpPr>
          <p:cNvPr id="11" name="first-drop"/>
          <p:cNvSpPr/>
          <p:nvPr/>
        </p:nvSpPr>
        <p:spPr>
          <a:xfrm rot="-780000">
            <a:off x="6116422" y="3300984"/>
            <a:ext cx="77724" cy="21031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2" name="ripple-1"/>
          <p:cNvSpPr/>
          <p:nvPr/>
        </p:nvSpPr>
        <p:spPr>
          <a:xfrm>
            <a:off x="5797296" y="5321808"/>
            <a:ext cx="1188720" cy="146304"/>
          </a:xfrm>
          <a:prstGeom prst="ellipse">
            <a:avLst/>
          </a:prstGeom>
          <a:ln w="15875">
            <a:solidFill>
              <a:srgbClr val="F5EDDC">
                <a:alpha val="70000"/>
              </a:srgbClr>
            </a:solidFill>
            <a:prstDash val="solid"/>
          </a:ln>
        </p:spPr>
      </p:sp>
      <p:sp>
        <p:nvSpPr>
          <p:cNvPr id="13" name="ripple-2"/>
          <p:cNvSpPr/>
          <p:nvPr/>
        </p:nvSpPr>
        <p:spPr>
          <a:xfrm>
            <a:off x="5431536" y="5285232"/>
            <a:ext cx="1920240" cy="219456"/>
          </a:xfrm>
          <a:prstGeom prst="ellipse">
            <a:avLst/>
          </a:prstGeom>
          <a:ln w="15875">
            <a:solidFill>
              <a:srgbClr val="F5EDDC">
                <a:alpha val="70000"/>
              </a:srgbClr>
            </a:solidFill>
            <a:prstDash val="solid"/>
          </a:ln>
        </p:spPr>
      </p:sp>
      <p:sp>
        <p:nvSpPr>
          <p:cNvPr id="14" name="ripple-3"/>
          <p:cNvSpPr/>
          <p:nvPr/>
        </p:nvSpPr>
        <p:spPr>
          <a:xfrm>
            <a:off x="5020056" y="5248656"/>
            <a:ext cx="2743200" cy="292608"/>
          </a:xfrm>
          <a:prstGeom prst="ellipse">
            <a:avLst/>
          </a:prstGeom>
          <a:ln w="15875">
            <a:solidFill>
              <a:srgbClr val="F5EDDC">
                <a:alpha val="70000"/>
              </a:srgbClr>
            </a:solidFill>
            <a:prstDash val="solid"/>
          </a:ln>
        </p:spPr>
      </p:sp>
      <p:sp>
        <p:nvSpPr>
          <p:cNvPr id="15" name="rain-far-01"/>
          <p:cNvSpPr/>
          <p:nvPr/>
        </p:nvSpPr>
        <p:spPr>
          <a:xfrm rot="-806340">
            <a:off x="11714378" y="2002536"/>
            <a:ext cx="14630" cy="636422"/>
          </a:xfrm>
          <a:prstGeom prst="rect">
            <a:avLst/>
          </a:prstGeom>
          <a:solidFill>
            <a:srgbClr val="E3B341">
              <a:alpha val="18000"/>
            </a:srgbClr>
          </a:solidFill>
          <a:ln/>
        </p:spPr>
      </p:sp>
      <p:sp>
        <p:nvSpPr>
          <p:cNvPr id="16" name="rain-far-02"/>
          <p:cNvSpPr/>
          <p:nvPr/>
        </p:nvSpPr>
        <p:spPr>
          <a:xfrm rot="-979680">
            <a:off x="2195474" y="3947465"/>
            <a:ext cx="14630" cy="593446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17" name="rain-far-03"/>
          <p:cNvSpPr/>
          <p:nvPr/>
        </p:nvSpPr>
        <p:spPr>
          <a:xfrm rot="-666720">
            <a:off x="3443630" y="3918204"/>
            <a:ext cx="14630" cy="747979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18" name="rain-far-04"/>
          <p:cNvSpPr/>
          <p:nvPr/>
        </p:nvSpPr>
        <p:spPr>
          <a:xfrm rot="-854760">
            <a:off x="10196474" y="840334"/>
            <a:ext cx="14630" cy="737921"/>
          </a:xfrm>
          <a:prstGeom prst="rect">
            <a:avLst/>
          </a:prstGeom>
          <a:solidFill>
            <a:srgbClr val="E3B341">
              <a:alpha val="18000"/>
            </a:srgbClr>
          </a:solidFill>
          <a:ln/>
        </p:spPr>
      </p:sp>
      <p:sp>
        <p:nvSpPr>
          <p:cNvPr id="19" name="rain-far-05"/>
          <p:cNvSpPr/>
          <p:nvPr/>
        </p:nvSpPr>
        <p:spPr>
          <a:xfrm rot="-836340">
            <a:off x="1275588" y="1769364"/>
            <a:ext cx="14630" cy="652882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0" name="rain-far-06"/>
          <p:cNvSpPr/>
          <p:nvPr/>
        </p:nvSpPr>
        <p:spPr>
          <a:xfrm rot="-749400">
            <a:off x="1193292" y="2231136"/>
            <a:ext cx="14630" cy="833018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1" name="rain-far-07"/>
          <p:cNvSpPr/>
          <p:nvPr/>
        </p:nvSpPr>
        <p:spPr>
          <a:xfrm rot="-884100">
            <a:off x="8046720" y="2996489"/>
            <a:ext cx="14630" cy="769925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2" name="rain-far-08"/>
          <p:cNvSpPr/>
          <p:nvPr/>
        </p:nvSpPr>
        <p:spPr>
          <a:xfrm rot="-700860">
            <a:off x="11273638" y="989381"/>
            <a:ext cx="14630" cy="664769"/>
          </a:xfrm>
          <a:prstGeom prst="rect">
            <a:avLst/>
          </a:prstGeom>
          <a:solidFill>
            <a:srgbClr val="E3B341">
              <a:alpha val="18000"/>
            </a:srgbClr>
          </a:solidFill>
          <a:ln/>
        </p:spPr>
      </p:sp>
      <p:sp>
        <p:nvSpPr>
          <p:cNvPr id="23" name="rain-far-09"/>
          <p:cNvSpPr/>
          <p:nvPr/>
        </p:nvSpPr>
        <p:spPr>
          <a:xfrm rot="-660660">
            <a:off x="6829654" y="1302106"/>
            <a:ext cx="14630" cy="670255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4" name="rain-far-10"/>
          <p:cNvSpPr/>
          <p:nvPr/>
        </p:nvSpPr>
        <p:spPr>
          <a:xfrm rot="-843480">
            <a:off x="7819034" y="3922776"/>
            <a:ext cx="14630" cy="708660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5" name="rain-far-11"/>
          <p:cNvSpPr/>
          <p:nvPr/>
        </p:nvSpPr>
        <p:spPr>
          <a:xfrm rot="-978240">
            <a:off x="4253789" y="4152290"/>
            <a:ext cx="14630" cy="766267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6" name="rain-far-12"/>
          <p:cNvSpPr/>
          <p:nvPr/>
        </p:nvSpPr>
        <p:spPr>
          <a:xfrm rot="-748920">
            <a:off x="6058814" y="3845052"/>
            <a:ext cx="14630" cy="835762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7" name="rain-far-13"/>
          <p:cNvSpPr/>
          <p:nvPr/>
        </p:nvSpPr>
        <p:spPr>
          <a:xfrm rot="-856320">
            <a:off x="8400593" y="2849270"/>
            <a:ext cx="14630" cy="849478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8" name="rain-far-14"/>
          <p:cNvSpPr/>
          <p:nvPr/>
        </p:nvSpPr>
        <p:spPr>
          <a:xfrm rot="-803100">
            <a:off x="11392510" y="605333"/>
            <a:ext cx="14630" cy="701345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29" name="rain-far-15"/>
          <p:cNvSpPr/>
          <p:nvPr/>
        </p:nvSpPr>
        <p:spPr>
          <a:xfrm rot="-972600">
            <a:off x="5456225" y="105156"/>
            <a:ext cx="14630" cy="866851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0" name="rain-far-16"/>
          <p:cNvSpPr/>
          <p:nvPr/>
        </p:nvSpPr>
        <p:spPr>
          <a:xfrm rot="-939840">
            <a:off x="11744554" y="3311957"/>
            <a:ext cx="14630" cy="659282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1" name="rain-far-17"/>
          <p:cNvSpPr/>
          <p:nvPr/>
        </p:nvSpPr>
        <p:spPr>
          <a:xfrm rot="-942540">
            <a:off x="1837944" y="1824228"/>
            <a:ext cx="14630" cy="749808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2" name="rain-far-18"/>
          <p:cNvSpPr/>
          <p:nvPr/>
        </p:nvSpPr>
        <p:spPr>
          <a:xfrm rot="-780840">
            <a:off x="8154619" y="416052"/>
            <a:ext cx="14630" cy="551383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3" name="rain-far-19"/>
          <p:cNvSpPr/>
          <p:nvPr/>
        </p:nvSpPr>
        <p:spPr>
          <a:xfrm rot="-718380">
            <a:off x="7084771" y="3172968"/>
            <a:ext cx="14630" cy="733349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4" name="rain-far-20"/>
          <p:cNvSpPr/>
          <p:nvPr/>
        </p:nvSpPr>
        <p:spPr>
          <a:xfrm rot="-907260">
            <a:off x="3895344" y="2083918"/>
            <a:ext cx="14630" cy="693115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5" name="rain-far-21"/>
          <p:cNvSpPr/>
          <p:nvPr/>
        </p:nvSpPr>
        <p:spPr>
          <a:xfrm rot="-839460">
            <a:off x="1933956" y="4185209"/>
            <a:ext cx="14630" cy="637337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6" name="rain-far-22"/>
          <p:cNvSpPr/>
          <p:nvPr/>
        </p:nvSpPr>
        <p:spPr>
          <a:xfrm rot="-733380">
            <a:off x="8396021" y="1169518"/>
            <a:ext cx="14630" cy="694944"/>
          </a:xfrm>
          <a:prstGeom prst="rect">
            <a:avLst/>
          </a:prstGeom>
          <a:solidFill>
            <a:srgbClr val="F5EDDC">
              <a:alpha val="18000"/>
            </a:srgbClr>
          </a:solidFill>
          <a:ln/>
        </p:spPr>
      </p:sp>
      <p:sp>
        <p:nvSpPr>
          <p:cNvPr id="37" name="rain-mid-01"/>
          <p:cNvSpPr/>
          <p:nvPr/>
        </p:nvSpPr>
        <p:spPr>
          <a:xfrm rot="-712260">
            <a:off x="1710842" y="2422246"/>
            <a:ext cx="23774" cy="1103681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38" name="rain-mid-02"/>
          <p:cNvSpPr/>
          <p:nvPr/>
        </p:nvSpPr>
        <p:spPr>
          <a:xfrm rot="-756540">
            <a:off x="8484718" y="1629461"/>
            <a:ext cx="23774" cy="1261872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39" name="rain-mid-03"/>
          <p:cNvSpPr/>
          <p:nvPr/>
        </p:nvSpPr>
        <p:spPr>
          <a:xfrm rot="-714840">
            <a:off x="11288268" y="357530"/>
            <a:ext cx="23774" cy="1165860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0" name="rain-mid-04"/>
          <p:cNvSpPr/>
          <p:nvPr/>
        </p:nvSpPr>
        <p:spPr>
          <a:xfrm rot="-911280">
            <a:off x="4687214" y="2489911"/>
            <a:ext cx="23774" cy="1264615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1" name="rain-mid-05"/>
          <p:cNvSpPr/>
          <p:nvPr/>
        </p:nvSpPr>
        <p:spPr>
          <a:xfrm rot="-923700">
            <a:off x="9483242" y="1015898"/>
            <a:ext cx="23774" cy="1016813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2" name="rain-mid-06"/>
          <p:cNvSpPr/>
          <p:nvPr/>
        </p:nvSpPr>
        <p:spPr>
          <a:xfrm rot="-675600">
            <a:off x="6809537" y="271577"/>
            <a:ext cx="23774" cy="1194206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3" name="rain-mid-07"/>
          <p:cNvSpPr/>
          <p:nvPr/>
        </p:nvSpPr>
        <p:spPr>
          <a:xfrm rot="-972540">
            <a:off x="11526926" y="1520647"/>
            <a:ext cx="23774" cy="978408"/>
          </a:xfrm>
          <a:prstGeom prst="rect">
            <a:avLst/>
          </a:prstGeom>
          <a:solidFill>
            <a:srgbClr val="E3B341">
              <a:alpha val="32000"/>
            </a:srgbClr>
          </a:solidFill>
          <a:ln/>
        </p:spPr>
      </p:sp>
      <p:sp>
        <p:nvSpPr>
          <p:cNvPr id="44" name="rain-mid-08"/>
          <p:cNvSpPr/>
          <p:nvPr/>
        </p:nvSpPr>
        <p:spPr>
          <a:xfrm rot="-826620">
            <a:off x="2728570" y="2649931"/>
            <a:ext cx="23774" cy="969264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5" name="rain-mid-09"/>
          <p:cNvSpPr/>
          <p:nvPr/>
        </p:nvSpPr>
        <p:spPr>
          <a:xfrm rot="-747360">
            <a:off x="7638898" y="3202229"/>
            <a:ext cx="23774" cy="1046988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6" name="rain-mid-10"/>
          <p:cNvSpPr/>
          <p:nvPr/>
        </p:nvSpPr>
        <p:spPr>
          <a:xfrm rot="-692160">
            <a:off x="10157155" y="4042562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7" name="rain-mid-11"/>
          <p:cNvSpPr/>
          <p:nvPr/>
        </p:nvSpPr>
        <p:spPr>
          <a:xfrm rot="-846600">
            <a:off x="4700930" y="2719426"/>
            <a:ext cx="23774" cy="1038758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8" name="rain-mid-12"/>
          <p:cNvSpPr/>
          <p:nvPr/>
        </p:nvSpPr>
        <p:spPr>
          <a:xfrm rot="-681360">
            <a:off x="8513064" y="3223260"/>
            <a:ext cx="23774" cy="1328623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49" name="rain-mid-13"/>
          <p:cNvSpPr/>
          <p:nvPr/>
        </p:nvSpPr>
        <p:spPr>
          <a:xfrm rot="-991320">
            <a:off x="1025957" y="2510028"/>
            <a:ext cx="23774" cy="1173175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50" name="rain-mid-14"/>
          <p:cNvSpPr/>
          <p:nvPr/>
        </p:nvSpPr>
        <p:spPr>
          <a:xfrm rot="-953640">
            <a:off x="2195474" y="2078431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51" name="rain-mid-15"/>
          <p:cNvSpPr/>
          <p:nvPr/>
        </p:nvSpPr>
        <p:spPr>
          <a:xfrm rot="-929100">
            <a:off x="9199778" y="1814170"/>
            <a:ext cx="23774" cy="1337767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52" name="rain-mid-16"/>
          <p:cNvSpPr/>
          <p:nvPr/>
        </p:nvSpPr>
        <p:spPr>
          <a:xfrm rot="-728940">
            <a:off x="1803197" y="2865730"/>
            <a:ext cx="23774" cy="1145743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53" name="rain-mid-17"/>
          <p:cNvSpPr/>
          <p:nvPr/>
        </p:nvSpPr>
        <p:spPr>
          <a:xfrm rot="-753240">
            <a:off x="9108338" y="1356055"/>
            <a:ext cx="23774" cy="1019556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54" name="rain-mid-18"/>
          <p:cNvSpPr/>
          <p:nvPr/>
        </p:nvSpPr>
        <p:spPr>
          <a:xfrm rot="-856860">
            <a:off x="671170" y="2651760"/>
            <a:ext cx="23774" cy="1260043"/>
          </a:xfrm>
          <a:prstGeom prst="rect">
            <a:avLst/>
          </a:prstGeom>
          <a:solidFill>
            <a:srgbClr val="F5EDDC">
              <a:alpha val="32000"/>
            </a:srgbClr>
          </a:solidFill>
          <a:ln/>
        </p:spPr>
      </p:sp>
      <p:sp>
        <p:nvSpPr>
          <p:cNvPr id="55" name="rain-near-01"/>
          <p:cNvSpPr/>
          <p:nvPr/>
        </p:nvSpPr>
        <p:spPr>
          <a:xfrm rot="-978180">
            <a:off x="3546958" y="2509114"/>
            <a:ext cx="40234" cy="1810512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56" name="rain-near-02"/>
          <p:cNvSpPr/>
          <p:nvPr/>
        </p:nvSpPr>
        <p:spPr>
          <a:xfrm rot="-893460">
            <a:off x="2935224" y="3198571"/>
            <a:ext cx="40234" cy="1706270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57" name="rain-near-03"/>
          <p:cNvSpPr/>
          <p:nvPr/>
        </p:nvSpPr>
        <p:spPr>
          <a:xfrm rot="-762900">
            <a:off x="7289597" y="850392"/>
            <a:ext cx="40234" cy="1763878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58" name="rain-near-04"/>
          <p:cNvSpPr/>
          <p:nvPr/>
        </p:nvSpPr>
        <p:spPr>
          <a:xfrm rot="-967800">
            <a:off x="11007547" y="425196"/>
            <a:ext cx="40234" cy="2040941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59" name="rain-near-05"/>
          <p:cNvSpPr/>
          <p:nvPr/>
        </p:nvSpPr>
        <p:spPr>
          <a:xfrm rot="-1011060">
            <a:off x="5847588" y="314554"/>
            <a:ext cx="40234" cy="2149754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0" name="rain-near-06"/>
          <p:cNvSpPr/>
          <p:nvPr/>
        </p:nvSpPr>
        <p:spPr>
          <a:xfrm rot="-961860">
            <a:off x="590702" y="2006194"/>
            <a:ext cx="40234" cy="1679753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1" name="rain-near-07"/>
          <p:cNvSpPr/>
          <p:nvPr/>
        </p:nvSpPr>
        <p:spPr>
          <a:xfrm rot="-891360">
            <a:off x="2211019" y="3220517"/>
            <a:ext cx="40234" cy="1722730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2" name="rain-near-08"/>
          <p:cNvSpPr/>
          <p:nvPr/>
        </p:nvSpPr>
        <p:spPr>
          <a:xfrm rot="-797880">
            <a:off x="10735970" y="320954"/>
            <a:ext cx="40234" cy="1870862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3" name="rain-near-09"/>
          <p:cNvSpPr/>
          <p:nvPr/>
        </p:nvSpPr>
        <p:spPr>
          <a:xfrm rot="-907200">
            <a:off x="5026457" y="2556662"/>
            <a:ext cx="40234" cy="1925726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4" name="rain-near-10"/>
          <p:cNvSpPr/>
          <p:nvPr/>
        </p:nvSpPr>
        <p:spPr>
          <a:xfrm rot="-733440">
            <a:off x="11590020" y="1955902"/>
            <a:ext cx="40234" cy="1919326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5" name="rain-near-11"/>
          <p:cNvSpPr/>
          <p:nvPr/>
        </p:nvSpPr>
        <p:spPr>
          <a:xfrm rot="-920760">
            <a:off x="9905695" y="1859890"/>
            <a:ext cx="40234" cy="1609344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6" name="rain-near-12"/>
          <p:cNvSpPr/>
          <p:nvPr/>
        </p:nvSpPr>
        <p:spPr>
          <a:xfrm rot="-738780">
            <a:off x="4724705" y="1979676"/>
            <a:ext cx="40234" cy="1770278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7" name="rain-near-13"/>
          <p:cNvSpPr/>
          <p:nvPr/>
        </p:nvSpPr>
        <p:spPr>
          <a:xfrm rot="-820620">
            <a:off x="9665208" y="3072384"/>
            <a:ext cx="40234" cy="1645920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8" name="rain-near-14"/>
          <p:cNvSpPr/>
          <p:nvPr/>
        </p:nvSpPr>
        <p:spPr>
          <a:xfrm rot="-943080">
            <a:off x="9595714" y="1024128"/>
            <a:ext cx="40234" cy="1849831"/>
          </a:xfrm>
          <a:prstGeom prst="rect">
            <a:avLst/>
          </a:prstGeom>
          <a:solidFill>
            <a:srgbClr val="F5EDDC">
              <a:alpha val="50000"/>
            </a:srgbClr>
          </a:solidFill>
          <a:ln/>
        </p:spPr>
      </p:sp>
      <p:sp>
        <p:nvSpPr>
          <p:cNvPr id="69" name="splash"/>
          <p:cNvSpPr/>
          <p:nvPr/>
        </p:nvSpPr>
        <p:spPr>
          <a:xfrm>
            <a:off x="6227064" y="5230368"/>
            <a:ext cx="329184" cy="329184"/>
          </a:xfrm>
          <a:prstGeom prst="ellipse">
            <a:avLst/>
          </a:prstGeom>
          <a:solidFill>
            <a:srgbClr val="E3B341">
              <a:alpha val="70000"/>
            </a:srgbClr>
          </a:solidFill>
          <a:ln/>
        </p:spPr>
      </p:sp>
      <p:sp>
        <p:nvSpPr>
          <p:cNvPr id="70" name="title"/>
          <p:cNvSpPr/>
          <p:nvPr/>
        </p:nvSpPr>
        <p:spPr>
          <a:xfrm>
            <a:off x="777240" y="5760720"/>
            <a:ext cx="10607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EDD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雨是从一滴开始的</a:t>
            </a:r>
            <a:endParaRPr lang="en-US" sz="5400" dirty="0"/>
          </a:p>
        </p:txBody>
      </p:sp>
      <p:sp>
        <p:nvSpPr>
          <p:cNvPr id="71" name="stamp-time"/>
          <p:cNvSpPr/>
          <p:nvPr/>
        </p:nvSpPr>
        <p:spPr>
          <a:xfrm>
            <a:off x="777240" y="4754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79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18:52</a:t>
            </a:r>
            <a:endParaRPr lang="en-US" sz="2600" dirty="0"/>
          </a:p>
        </p:txBody>
      </p:sp>
      <p:sp>
        <p:nvSpPr>
          <p:cNvPr id="72" name="stamp-label"/>
          <p:cNvSpPr/>
          <p:nvPr/>
        </p:nvSpPr>
        <p:spPr>
          <a:xfrm>
            <a:off x="795528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9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第三幕 · 落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accel="50000" decel="50000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8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8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accel="50000" decel="50000" fill="hold" nodeType="after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9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8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8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8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8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2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2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2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2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1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8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8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1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10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10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1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1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9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9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8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8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1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1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9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9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1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6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6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9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9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6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6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6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6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8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8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1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暴雨</dc:title>
  <dc:subject>PptxGenJS Presentation</dc:subject>
  <dc:creator>PptxGenJS</dc:creator>
  <cp:lastModifiedBy>PptxGenJS</cp:lastModifiedBy>
  <cp:revision>1</cp:revision>
  <dcterms:created xsi:type="dcterms:W3CDTF">2026-09-13T07:48:43Z</dcterms:created>
  <dcterms:modified xsi:type="dcterms:W3CDTF">2026-09-13T07:48:43Z</dcterms:modified>
</cp:coreProperties>
</file>