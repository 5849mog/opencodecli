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0D0C"/>
          </a:solidFill>
          <a:ln/>
        </p:spPr>
      </p:sp>
      <p:sp>
        <p:nvSpPr>
          <p:cNvPr id="3" name="band-1"/>
          <p:cNvSpPr/>
          <p:nvPr/>
        </p:nvSpPr>
        <p:spPr>
          <a:xfrm rot="780000">
            <a:off x="0" y="91440"/>
            <a:ext cx="12188952" cy="2194560"/>
          </a:xfrm>
          <a:prstGeom prst="rect">
            <a:avLst/>
          </a:prstGeom>
          <a:solidFill>
            <a:srgbClr val="F5EDDC">
              <a:alpha val="7000"/>
            </a:srgbClr>
          </a:solidFill>
          <a:ln/>
        </p:spPr>
      </p:sp>
      <p:sp>
        <p:nvSpPr>
          <p:cNvPr id="4" name="ground"/>
          <p:cNvSpPr/>
          <p:nvPr/>
        </p:nvSpPr>
        <p:spPr>
          <a:xfrm>
            <a:off x="0" y="4846320"/>
            <a:ext cx="12188952" cy="14630"/>
          </a:xfrm>
          <a:prstGeom prst="rect">
            <a:avLst/>
          </a:prstGeom>
          <a:solidFill>
            <a:srgbClr val="F5EDDC">
              <a:alpha val="55000"/>
            </a:srgbClr>
          </a:solidFill>
          <a:ln/>
        </p:spPr>
      </p:sp>
      <p:sp>
        <p:nvSpPr>
          <p:cNvPr id="5" name="lamp-pole"/>
          <p:cNvSpPr/>
          <p:nvPr/>
        </p:nvSpPr>
        <p:spPr>
          <a:xfrm>
            <a:off x="11430000" y="2103120"/>
            <a:ext cx="68580" cy="2743200"/>
          </a:xfrm>
          <a:prstGeom prst="rect">
            <a:avLst/>
          </a:prstGeom>
          <a:solidFill>
            <a:srgbClr val="0E0D0C"/>
          </a:solidFill>
          <a:ln/>
        </p:spPr>
      </p:sp>
      <p:sp>
        <p:nvSpPr>
          <p:cNvPr id="6" name="lamp-arm"/>
          <p:cNvSpPr/>
          <p:nvPr/>
        </p:nvSpPr>
        <p:spPr>
          <a:xfrm>
            <a:off x="10716768" y="2084832"/>
            <a:ext cx="786384" cy="64008"/>
          </a:xfrm>
          <a:prstGeom prst="rect">
            <a:avLst/>
          </a:prstGeom>
          <a:solidFill>
            <a:srgbClr val="0E0D0C"/>
          </a:solidFill>
          <a:ln/>
        </p:spPr>
      </p:sp>
      <p:sp>
        <p:nvSpPr>
          <p:cNvPr id="7" name="lamp-head"/>
          <p:cNvSpPr/>
          <p:nvPr/>
        </p:nvSpPr>
        <p:spPr>
          <a:xfrm>
            <a:off x="10588752" y="2121408"/>
            <a:ext cx="310896" cy="219456"/>
          </a:xfrm>
          <a:prstGeom prst="ellipse">
            <a:avLst/>
          </a:prstGeom>
          <a:solidFill>
            <a:srgbClr val="E3B341">
              <a:alpha val="78000"/>
            </a:srgbClr>
          </a:solidFill>
          <a:ln/>
        </p:spPr>
      </p:sp>
      <p:sp>
        <p:nvSpPr>
          <p:cNvPr id="8" name="stamp-time-1"/>
          <p:cNvSpPr/>
          <p:nvPr/>
        </p:nvSpPr>
        <p:spPr>
          <a:xfrm>
            <a:off x="777240" y="47548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A79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18:40</a:t>
            </a:r>
            <a:endParaRPr lang="en-US" sz="2600" dirty="0"/>
          </a:p>
        </p:txBody>
      </p:sp>
      <p:sp>
        <p:nvSpPr>
          <p:cNvPr id="9" name="stamp-label-1"/>
          <p:cNvSpPr/>
          <p:nvPr/>
        </p:nvSpPr>
        <p:spPr>
          <a:xfrm>
            <a:off x="777240" y="10058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79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第一幕 · 起</a:t>
            </a:r>
            <a:endParaRPr lang="en-US" sz="1400" dirty="0"/>
          </a:p>
        </p:txBody>
      </p:sp>
      <p:sp>
        <p:nvSpPr>
          <p:cNvPr id="10" name="title"/>
          <p:cNvSpPr/>
          <p:nvPr/>
        </p:nvSpPr>
        <p:spPr>
          <a:xfrm>
            <a:off x="777240" y="5760720"/>
            <a:ext cx="10607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EDDC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雨还没来</a:t>
            </a:r>
            <a:endParaRPr lang="en-US" sz="5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fade thruBlk="0"/>
      </p:transition>
    </mc:Choice>
    <mc:Fallback>
      <p:transition spd="slow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ntr" presetSubtype="8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1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42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accel="50000" decel="5000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6" presetClass="emph" presetSubtype="0" accel="50000" decel="50000" fill="hold" nodeType="afterEffect">
                                  <p:stCondLst>
                                    <p:cond delay="3200"/>
                                  </p:stCondLst>
                                  <p:childTnLst>
                                    <p:animScale>
                                      <p:cBhvr>
                                        <p:cTn id="29" dur="160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0D0C"/>
          </a:solidFill>
          <a:ln/>
        </p:spPr>
      </p:sp>
      <p:sp>
        <p:nvSpPr>
          <p:cNvPr id="3" name="band-1"/>
          <p:cNvSpPr/>
          <p:nvPr/>
        </p:nvSpPr>
        <p:spPr>
          <a:xfrm rot="780000">
            <a:off x="0" y="45720"/>
            <a:ext cx="12188952" cy="2651760"/>
          </a:xfrm>
          <a:prstGeom prst="rect">
            <a:avLst/>
          </a:prstGeom>
          <a:solidFill>
            <a:srgbClr val="F5EDDC">
              <a:alpha val="9000"/>
            </a:srgbClr>
          </a:solidFill>
          <a:ln/>
        </p:spPr>
      </p:sp>
      <p:sp>
        <p:nvSpPr>
          <p:cNvPr id="4" name="ground"/>
          <p:cNvSpPr/>
          <p:nvPr/>
        </p:nvSpPr>
        <p:spPr>
          <a:xfrm>
            <a:off x="0" y="4983480"/>
            <a:ext cx="12188952" cy="14630"/>
          </a:xfrm>
          <a:prstGeom prst="rect">
            <a:avLst/>
          </a:prstGeom>
          <a:solidFill>
            <a:srgbClr val="F5EDDC">
              <a:alpha val="55000"/>
            </a:srgbClr>
          </a:solidFill>
          <a:ln/>
        </p:spPr>
      </p:sp>
      <p:sp>
        <p:nvSpPr>
          <p:cNvPr id="5" name="cloud-01"/>
          <p:cNvSpPr/>
          <p:nvPr/>
        </p:nvSpPr>
        <p:spPr>
          <a:xfrm>
            <a:off x="137160" y="502920"/>
            <a:ext cx="3566160" cy="658368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6" name="cloud-02"/>
          <p:cNvSpPr/>
          <p:nvPr/>
        </p:nvSpPr>
        <p:spPr>
          <a:xfrm>
            <a:off x="45720" y="1298448"/>
            <a:ext cx="3931920" cy="731520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7" name="cloud-03"/>
          <p:cNvSpPr/>
          <p:nvPr/>
        </p:nvSpPr>
        <p:spPr>
          <a:xfrm>
            <a:off x="1463040" y="2103120"/>
            <a:ext cx="3108960" cy="566928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8" name="cloud-04"/>
          <p:cNvSpPr/>
          <p:nvPr/>
        </p:nvSpPr>
        <p:spPr>
          <a:xfrm>
            <a:off x="274320" y="2788920"/>
            <a:ext cx="2834640" cy="475488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9" name="cloud-05"/>
          <p:cNvSpPr/>
          <p:nvPr/>
        </p:nvSpPr>
        <p:spPr>
          <a:xfrm>
            <a:off x="4754880" y="868680"/>
            <a:ext cx="3840480" cy="731520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10" name="cloud-06"/>
          <p:cNvSpPr/>
          <p:nvPr/>
        </p:nvSpPr>
        <p:spPr>
          <a:xfrm>
            <a:off x="8046720" y="457200"/>
            <a:ext cx="3977640" cy="694944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11" name="cloud-07"/>
          <p:cNvSpPr/>
          <p:nvPr/>
        </p:nvSpPr>
        <p:spPr>
          <a:xfrm>
            <a:off x="8686800" y="1261872"/>
            <a:ext cx="3429000" cy="621792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12" name="cloud-08"/>
          <p:cNvSpPr/>
          <p:nvPr/>
        </p:nvSpPr>
        <p:spPr>
          <a:xfrm>
            <a:off x="7680960" y="2084832"/>
            <a:ext cx="2926080" cy="530352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13" name="cloud-09"/>
          <p:cNvSpPr/>
          <p:nvPr/>
        </p:nvSpPr>
        <p:spPr>
          <a:xfrm>
            <a:off x="4206240" y="1874520"/>
            <a:ext cx="3291840" cy="603504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14" name="last-light"/>
          <p:cNvSpPr/>
          <p:nvPr/>
        </p:nvSpPr>
        <p:spPr>
          <a:xfrm rot="780000">
            <a:off x="3246120" y="2670048"/>
            <a:ext cx="5212080" cy="50292"/>
          </a:xfrm>
          <a:prstGeom prst="rect">
            <a:avLst/>
          </a:prstGeom>
          <a:solidFill>
            <a:srgbClr val="E3B341">
              <a:alpha val="88000"/>
            </a:srgbClr>
          </a:solidFill>
          <a:ln/>
        </p:spPr>
      </p:sp>
      <p:sp>
        <p:nvSpPr>
          <p:cNvPr id="15" name="wind-1"/>
          <p:cNvSpPr/>
          <p:nvPr/>
        </p:nvSpPr>
        <p:spPr>
          <a:xfrm rot="780000">
            <a:off x="182880" y="566928"/>
            <a:ext cx="3840480" cy="27432"/>
          </a:xfrm>
          <a:prstGeom prst="rect">
            <a:avLst/>
          </a:prstGeom>
          <a:solidFill>
            <a:srgbClr val="F5EDDC">
              <a:alpha val="12000"/>
            </a:srgbClr>
          </a:solidFill>
          <a:ln/>
        </p:spPr>
      </p:sp>
      <p:sp>
        <p:nvSpPr>
          <p:cNvPr id="16" name="wind-2"/>
          <p:cNvSpPr/>
          <p:nvPr/>
        </p:nvSpPr>
        <p:spPr>
          <a:xfrm rot="780000">
            <a:off x="91440" y="1755648"/>
            <a:ext cx="3291840" cy="23774"/>
          </a:xfrm>
          <a:prstGeom prst="rect">
            <a:avLst/>
          </a:prstGeom>
          <a:solidFill>
            <a:srgbClr val="F5EDDC">
              <a:alpha val="12000"/>
            </a:srgbClr>
          </a:solidFill>
          <a:ln/>
        </p:spPr>
      </p:sp>
      <p:sp>
        <p:nvSpPr>
          <p:cNvPr id="17" name="wind-3"/>
          <p:cNvSpPr/>
          <p:nvPr/>
        </p:nvSpPr>
        <p:spPr>
          <a:xfrm rot="780000">
            <a:off x="320040" y="2871216"/>
            <a:ext cx="4206240" cy="31090"/>
          </a:xfrm>
          <a:prstGeom prst="rect">
            <a:avLst/>
          </a:prstGeom>
          <a:solidFill>
            <a:srgbClr val="F5EDDC">
              <a:alpha val="9000"/>
            </a:srgbClr>
          </a:solidFill>
          <a:ln/>
        </p:spPr>
      </p:sp>
      <p:sp>
        <p:nvSpPr>
          <p:cNvPr id="18" name="wind-4"/>
          <p:cNvSpPr/>
          <p:nvPr/>
        </p:nvSpPr>
        <p:spPr>
          <a:xfrm rot="780000">
            <a:off x="45720" y="3950208"/>
            <a:ext cx="3566160" cy="25603"/>
          </a:xfrm>
          <a:prstGeom prst="rect">
            <a:avLst/>
          </a:prstGeom>
          <a:solidFill>
            <a:srgbClr val="F5EDDC">
              <a:alpha val="9000"/>
            </a:srgbClr>
          </a:solidFill>
          <a:ln/>
        </p:spPr>
      </p:sp>
      <p:sp>
        <p:nvSpPr>
          <p:cNvPr id="19" name="lamp-pole"/>
          <p:cNvSpPr/>
          <p:nvPr/>
        </p:nvSpPr>
        <p:spPr>
          <a:xfrm>
            <a:off x="11430000" y="2103120"/>
            <a:ext cx="68580" cy="2880360"/>
          </a:xfrm>
          <a:prstGeom prst="rect">
            <a:avLst/>
          </a:prstGeom>
          <a:solidFill>
            <a:srgbClr val="0E0D0C"/>
          </a:solidFill>
          <a:ln/>
        </p:spPr>
      </p:sp>
      <p:sp>
        <p:nvSpPr>
          <p:cNvPr id="20" name="lamp-arm"/>
          <p:cNvSpPr/>
          <p:nvPr/>
        </p:nvSpPr>
        <p:spPr>
          <a:xfrm>
            <a:off x="10716768" y="2084832"/>
            <a:ext cx="786384" cy="64008"/>
          </a:xfrm>
          <a:prstGeom prst="rect">
            <a:avLst/>
          </a:prstGeom>
          <a:solidFill>
            <a:srgbClr val="0E0D0C"/>
          </a:solidFill>
          <a:ln/>
        </p:spPr>
      </p:sp>
      <p:sp>
        <p:nvSpPr>
          <p:cNvPr id="21" name="lamp-head"/>
          <p:cNvSpPr/>
          <p:nvPr/>
        </p:nvSpPr>
        <p:spPr>
          <a:xfrm>
            <a:off x="10588752" y="2121408"/>
            <a:ext cx="310896" cy="219456"/>
          </a:xfrm>
          <a:prstGeom prst="ellipse">
            <a:avLst/>
          </a:prstGeom>
          <a:solidFill>
            <a:srgbClr val="E3B341">
              <a:alpha val="78000"/>
            </a:srgbClr>
          </a:solidFill>
          <a:ln/>
        </p:spPr>
      </p:sp>
      <p:sp>
        <p:nvSpPr>
          <p:cNvPr id="22" name="stamp-time-2"/>
          <p:cNvSpPr/>
          <p:nvPr/>
        </p:nvSpPr>
        <p:spPr>
          <a:xfrm>
            <a:off x="777240" y="475488"/>
            <a:ext cx="1792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A79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18:47</a:t>
            </a:r>
            <a:endParaRPr lang="en-US" sz="2400" dirty="0"/>
          </a:p>
        </p:txBody>
      </p:sp>
      <p:sp>
        <p:nvSpPr>
          <p:cNvPr id="23" name="stamp-label-2"/>
          <p:cNvSpPr/>
          <p:nvPr/>
        </p:nvSpPr>
        <p:spPr>
          <a:xfrm>
            <a:off x="777240" y="1005840"/>
            <a:ext cx="1792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79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第二幕 · 聚</a:t>
            </a:r>
            <a:endParaRPr lang="en-US" sz="1400" dirty="0"/>
          </a:p>
        </p:txBody>
      </p:sp>
      <p:sp>
        <p:nvSpPr>
          <p:cNvPr id="24" name="title"/>
          <p:cNvSpPr/>
          <p:nvPr/>
        </p:nvSpPr>
        <p:spPr>
          <a:xfrm>
            <a:off x="777240" y="5760720"/>
            <a:ext cx="10607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5EDDC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风比雨先到</a:t>
            </a:r>
            <a:endParaRPr lang="en-US" sz="48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5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46 -0.07 C -0.304 -0.07 -0.152 -0.024 0 0 E" pathEditMode="relative" ptsTypes="">
                                      <p:cBhvr>
                                        <p:cTn id="3" dur="3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" presetID="8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360000">
                                      <p:cBhvr>
                                        <p:cTn id="5" dur="3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" presetID="15" presetClass="path" presetSubtype="0" accel="50000" decel="50000" fill="hold" nodeType="after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-0.49 -0.07 C -0.323 -0.07 -0.162 -0.024 0 0 E" pathEditMode="relative" ptsTypes="">
                                      <p:cBhvr>
                                        <p:cTn id="7" dur="3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" presetID="8" presetClass="emph" presetSubtype="0" fill="hold" nodeType="afterEffect">
                                  <p:stCondLst>
                                    <p:cond delay="230"/>
                                  </p:stCondLst>
                                  <p:childTnLst>
                                    <p:animRot by="-300000">
                                      <p:cBhvr>
                                        <p:cTn id="9" dur="3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" presetID="15" presetClass="path" presetSubtype="0" accel="50000" decel="50000" fill="hold" nodeType="after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-0.52 -0.07 C -0.343 -0.07 -0.172 -0.024 0 0 E" pathEditMode="relative" ptsTypes="">
                                      <p:cBhvr>
                                        <p:cTn id="11" dur="2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8" presetClass="emph" presetSubtype="0" fill="hold" nodeType="afterEffect">
                                  <p:stCondLst>
                                    <p:cond delay="460"/>
                                  </p:stCondLst>
                                  <p:childTnLst>
                                    <p:animRot by="480000">
                                      <p:cBhvr>
                                        <p:cTn id="13" dur="2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6" presetID="15" presetClass="path" presetSubtype="0" accel="50000" decel="50000" fill="hold" nodeType="after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-0.55 -0.07 C -0.363 -0.07 -0.182 -0.024 0 0 E" pathEditMode="relative" ptsTypes="">
                                      <p:cBhvr>
                                        <p:cTn id="15" dur="3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8" presetClass="emph" presetSubtype="0" fill="hold" nodeType="afterEffect">
                                  <p:stCondLst>
                                    <p:cond delay="690"/>
                                  </p:stCondLst>
                                  <p:childTnLst>
                                    <p:animRot by="-240000">
                                      <p:cBhvr>
                                        <p:cTn id="17" dur="3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0" presetID="15" presetClass="path" presetSubtype="0" accel="50000" decel="50000" fill="hold" nodeType="after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-0.58 -0.07 C -0.383 -0.07 -0.191 -0.024 0 0 E" pathEditMode="relative" ptsTypes="">
                                      <p:cBhvr>
                                        <p:cTn id="19" dur="3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8" presetClass="emph" presetSubtype="0" fill="hold" nodeType="afterEffect">
                                  <p:stCondLst>
                                    <p:cond delay="920"/>
                                  </p:stCondLst>
                                  <p:childTnLst>
                                    <p:animRot by="300000">
                                      <p:cBhvr>
                                        <p:cTn id="21" dur="3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4" presetID="15" presetClass="path" presetSubtype="0" accel="50000" decel="50000" fill="hold" nodeType="after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.61 -0.07 C 0.403 -0.07 0.201 -0.024 0 0 E" pathEditMode="relative" ptsTypes="">
                                      <p:cBhvr>
                                        <p:cTn id="23" dur="3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" presetID="8" presetClass="emph" presetSubtype="0" fill="hold" nodeType="afterEffect">
                                  <p:stCondLst>
                                    <p:cond delay="1150"/>
                                  </p:stCondLst>
                                  <p:childTnLst>
                                    <p:animRot by="-360000">
                                      <p:cBhvr>
                                        <p:cTn id="25" dur="3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8" presetID="15" presetClass="path" presetSubtype="0" accel="50000" decel="50000" fill="hold" nodeType="afterEffect">
                                  <p:stCondLst>
                                    <p:cond delay="1380"/>
                                  </p:stCondLst>
                                  <p:childTnLst>
                                    <p:animMotion origin="layout" path="M 0.64 -0.07 C 0.422 -0.07 0.211 -0.024 0 0 E" pathEditMode="relative" ptsTypes="">
                                      <p:cBhvr>
                                        <p:cTn id="27" dur="2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" presetID="8" presetClass="emph" presetSubtype="0" fill="hold" nodeType="afterEffect">
                                  <p:stCondLst>
                                    <p:cond delay="1380"/>
                                  </p:stCondLst>
                                  <p:childTnLst>
                                    <p:animRot by="300000">
                                      <p:cBhvr>
                                        <p:cTn id="29" dur="2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" presetID="15" presetClass="path" presetSubtype="0" accel="50000" decel="50000" fill="hold" nodeType="afterEffect">
                                  <p:stCondLst>
                                    <p:cond delay="1610"/>
                                  </p:stCondLst>
                                  <p:childTnLst>
                                    <p:animMotion origin="layout" path="M 0.67 -0.07 C 0.442 -0.07 0.221 -0.024 0 0 E" pathEditMode="relative" ptsTypes="">
                                      <p:cBhvr>
                                        <p:cTn id="31" dur="3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" presetID="8" presetClass="emph" presetSubtype="0" fill="hold" nodeType="afterEffect">
                                  <p:stCondLst>
                                    <p:cond delay="1610"/>
                                  </p:stCondLst>
                                  <p:childTnLst>
                                    <p:animRot by="-420000">
                                      <p:cBhvr>
                                        <p:cTn id="33" dur="3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6" presetID="15" presetClass="path" presetSubtype="0" accel="50000" decel="50000" fill="hold" nodeType="afterEffect">
                                  <p:stCondLst>
                                    <p:cond delay="1840"/>
                                  </p:stCondLst>
                                  <p:childTnLst>
                                    <p:animMotion origin="layout" path="M 0.7 -0.07 C 0.462 -0.07 0.231 -0.024 0 0 E" pathEditMode="relative" ptsTypes="">
                                      <p:cBhvr>
                                        <p:cTn id="35" dur="3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" presetID="8" presetClass="emph" presetSubtype="0" fill="hold" nodeType="afterEffect">
                                  <p:stCondLst>
                                    <p:cond delay="1840"/>
                                  </p:stCondLst>
                                  <p:childTnLst>
                                    <p:animRot by="240000">
                                      <p:cBhvr>
                                        <p:cTn id="37" dur="3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0" presetID="15" presetClass="path" presetSubtype="0" accel="50000" decel="50000" fill="hold" nodeType="afterEffect">
                                  <p:stCondLst>
                                    <p:cond delay="620"/>
                                  </p:stCondLst>
                                  <p:childTnLst>
                                    <p:animMotion origin="layout" path="M -0.3 0 C -0.18 0.02 -0.075 -0.03 0 0 E" pathEditMode="relative" ptsTypes="">
                                      <p:cBhvr>
                                        <p:cTn id="39" dur="2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" presetID="15" presetClass="path" presetSubtype="0" accel="50000" decel="5000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.38 0 C 0.228 0.02 0.095 -0.03 0 0 E" pathEditMode="relative" ptsTypes="">
                                      <p:cBhvr>
                                        <p:cTn id="41" dur="236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" presetID="15" presetClass="path" presetSubtype="0" accel="50000" decel="50000" fill="hold" nodeType="afterEffect">
                                  <p:stCondLst>
                                    <p:cond delay="1380"/>
                                  </p:stCondLst>
                                  <p:childTnLst>
                                    <p:animMotion origin="layout" path="M -0.38 0 C -0.228 0.02 -0.095 -0.03 0 0 E" pathEditMode="relative" ptsTypes="">
                                      <p:cBhvr>
                                        <p:cTn id="43" dur="2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15" presetClass="path" presetSubtype="0" accel="50000" decel="50000" fill="hold" nodeType="afterEffect">
                                  <p:stCondLst>
                                    <p:cond delay="1760"/>
                                  </p:stCondLst>
                                  <p:childTnLst>
                                    <p:animMotion origin="layout" path="M 0.46 0 C 0.276 0.02 0.115 -0.03 0 0 E" pathEditMode="relative" ptsTypes="">
                                      <p:cBhvr>
                                        <p:cTn id="45" dur="26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22" presetClass="entr" presetSubtype="8" accel="50000" decel="5000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7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accel="50000" decel="50000" fill="hold" nodeType="after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accel="50000" decel="50000" fill="hold" nodeType="after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5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accel="50000" decel="50000" fill="hold" nodeType="after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58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0D0C"/>
          </a:solidFill>
          <a:ln/>
        </p:spPr>
      </p:sp>
      <p:sp>
        <p:nvSpPr>
          <p:cNvPr id="3" name="band-1"/>
          <p:cNvSpPr/>
          <p:nvPr/>
        </p:nvSpPr>
        <p:spPr>
          <a:xfrm rot="780000">
            <a:off x="0" y="182880"/>
            <a:ext cx="12188952" cy="2560320"/>
          </a:xfrm>
          <a:prstGeom prst="rect">
            <a:avLst/>
          </a:prstGeom>
          <a:solidFill>
            <a:srgbClr val="F5EDDC">
              <a:alpha val="7000"/>
            </a:srgbClr>
          </a:solidFill>
          <a:ln/>
        </p:spPr>
      </p:sp>
      <p:sp>
        <p:nvSpPr>
          <p:cNvPr id="4" name="ground"/>
          <p:cNvSpPr/>
          <p:nvPr/>
        </p:nvSpPr>
        <p:spPr>
          <a:xfrm>
            <a:off x="0" y="5120640"/>
            <a:ext cx="12188952" cy="14630"/>
          </a:xfrm>
          <a:prstGeom prst="rect">
            <a:avLst/>
          </a:prstGeom>
          <a:solidFill>
            <a:srgbClr val="F5EDDC">
              <a:alpha val="55000"/>
            </a:srgbClr>
          </a:solidFill>
          <a:ln/>
        </p:spPr>
      </p:sp>
      <p:sp>
        <p:nvSpPr>
          <p:cNvPr id="5" name="lamp-pole"/>
          <p:cNvSpPr/>
          <p:nvPr/>
        </p:nvSpPr>
        <p:spPr>
          <a:xfrm>
            <a:off x="11430000" y="2103120"/>
            <a:ext cx="68580" cy="3017520"/>
          </a:xfrm>
          <a:prstGeom prst="rect">
            <a:avLst/>
          </a:prstGeom>
          <a:solidFill>
            <a:srgbClr val="0E0D0C"/>
          </a:solidFill>
          <a:ln/>
        </p:spPr>
      </p:sp>
      <p:sp>
        <p:nvSpPr>
          <p:cNvPr id="6" name="lamp-arm"/>
          <p:cNvSpPr/>
          <p:nvPr/>
        </p:nvSpPr>
        <p:spPr>
          <a:xfrm>
            <a:off x="10716768" y="2084832"/>
            <a:ext cx="786384" cy="64008"/>
          </a:xfrm>
          <a:prstGeom prst="rect">
            <a:avLst/>
          </a:prstGeom>
          <a:solidFill>
            <a:srgbClr val="0E0D0C"/>
          </a:solidFill>
          <a:ln/>
        </p:spPr>
      </p:sp>
      <p:sp>
        <p:nvSpPr>
          <p:cNvPr id="7" name="lamp-head"/>
          <p:cNvSpPr/>
          <p:nvPr/>
        </p:nvSpPr>
        <p:spPr>
          <a:xfrm>
            <a:off x="10588752" y="2121408"/>
            <a:ext cx="310896" cy="219456"/>
          </a:xfrm>
          <a:prstGeom prst="ellipse">
            <a:avLst/>
          </a:prstGeom>
          <a:solidFill>
            <a:srgbClr val="E3B341">
              <a:alpha val="78000"/>
            </a:srgbClr>
          </a:solidFill>
          <a:ln/>
        </p:spPr>
      </p:sp>
      <p:sp>
        <p:nvSpPr>
          <p:cNvPr id="8" name="puddle"/>
          <p:cNvSpPr/>
          <p:nvPr/>
        </p:nvSpPr>
        <p:spPr>
          <a:xfrm>
            <a:off x="4791456" y="5202936"/>
            <a:ext cx="3200400" cy="384048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9" name="puddle-2"/>
          <p:cNvSpPr/>
          <p:nvPr/>
        </p:nvSpPr>
        <p:spPr>
          <a:xfrm>
            <a:off x="10012680" y="5253228"/>
            <a:ext cx="1600200" cy="310896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10" name="glint"/>
          <p:cNvSpPr/>
          <p:nvPr/>
        </p:nvSpPr>
        <p:spPr>
          <a:xfrm>
            <a:off x="10332720" y="5303520"/>
            <a:ext cx="868680" cy="137160"/>
          </a:xfrm>
          <a:prstGeom prst="ellipse">
            <a:avLst/>
          </a:prstGeom>
          <a:solidFill>
            <a:srgbClr val="E3B341">
              <a:alpha val="42000"/>
            </a:srgbClr>
          </a:solidFill>
          <a:ln/>
        </p:spPr>
      </p:sp>
      <p:sp>
        <p:nvSpPr>
          <p:cNvPr id="11" name="first-drop"/>
          <p:cNvSpPr/>
          <p:nvPr/>
        </p:nvSpPr>
        <p:spPr>
          <a:xfrm rot="-780000">
            <a:off x="6116422" y="3300984"/>
            <a:ext cx="77724" cy="210312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12" name="ripple-1"/>
          <p:cNvSpPr/>
          <p:nvPr/>
        </p:nvSpPr>
        <p:spPr>
          <a:xfrm>
            <a:off x="5797296" y="5321808"/>
            <a:ext cx="1188720" cy="146304"/>
          </a:xfrm>
          <a:prstGeom prst="ellipse">
            <a:avLst/>
          </a:prstGeom>
          <a:ln w="15875">
            <a:solidFill>
              <a:srgbClr val="F5EDDC">
                <a:alpha val="70000"/>
              </a:srgbClr>
            </a:solidFill>
            <a:prstDash val="solid"/>
          </a:ln>
        </p:spPr>
      </p:sp>
      <p:sp>
        <p:nvSpPr>
          <p:cNvPr id="13" name="ripple-2"/>
          <p:cNvSpPr/>
          <p:nvPr/>
        </p:nvSpPr>
        <p:spPr>
          <a:xfrm>
            <a:off x="5431536" y="5285232"/>
            <a:ext cx="1920240" cy="219456"/>
          </a:xfrm>
          <a:prstGeom prst="ellipse">
            <a:avLst/>
          </a:prstGeom>
          <a:ln w="15875">
            <a:solidFill>
              <a:srgbClr val="F5EDDC">
                <a:alpha val="70000"/>
              </a:srgbClr>
            </a:solidFill>
            <a:prstDash val="solid"/>
          </a:ln>
        </p:spPr>
      </p:sp>
      <p:sp>
        <p:nvSpPr>
          <p:cNvPr id="14" name="ripple-3"/>
          <p:cNvSpPr/>
          <p:nvPr/>
        </p:nvSpPr>
        <p:spPr>
          <a:xfrm>
            <a:off x="5020056" y="5248656"/>
            <a:ext cx="2743200" cy="292608"/>
          </a:xfrm>
          <a:prstGeom prst="ellipse">
            <a:avLst/>
          </a:prstGeom>
          <a:ln w="15875">
            <a:solidFill>
              <a:srgbClr val="F5EDDC">
                <a:alpha val="70000"/>
              </a:srgbClr>
            </a:solidFill>
            <a:prstDash val="solid"/>
          </a:ln>
        </p:spPr>
      </p:sp>
      <p:sp>
        <p:nvSpPr>
          <p:cNvPr id="15" name="rain-far-01"/>
          <p:cNvSpPr/>
          <p:nvPr/>
        </p:nvSpPr>
        <p:spPr>
          <a:xfrm rot="-806340">
            <a:off x="11714378" y="2002536"/>
            <a:ext cx="14630" cy="636422"/>
          </a:xfrm>
          <a:prstGeom prst="rect">
            <a:avLst/>
          </a:prstGeom>
          <a:solidFill>
            <a:srgbClr val="E3B341">
              <a:alpha val="18000"/>
            </a:srgbClr>
          </a:solidFill>
          <a:ln/>
        </p:spPr>
      </p:sp>
      <p:sp>
        <p:nvSpPr>
          <p:cNvPr id="16" name="rain-far-02"/>
          <p:cNvSpPr/>
          <p:nvPr/>
        </p:nvSpPr>
        <p:spPr>
          <a:xfrm rot="-979680">
            <a:off x="2195474" y="3947465"/>
            <a:ext cx="14630" cy="593446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17" name="rain-far-03"/>
          <p:cNvSpPr/>
          <p:nvPr/>
        </p:nvSpPr>
        <p:spPr>
          <a:xfrm rot="-666720">
            <a:off x="3443630" y="3918204"/>
            <a:ext cx="14630" cy="747979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18" name="rain-far-04"/>
          <p:cNvSpPr/>
          <p:nvPr/>
        </p:nvSpPr>
        <p:spPr>
          <a:xfrm rot="-693780">
            <a:off x="4753966" y="1509674"/>
            <a:ext cx="14630" cy="615391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19" name="rain-far-05"/>
          <p:cNvSpPr/>
          <p:nvPr/>
        </p:nvSpPr>
        <p:spPr>
          <a:xfrm rot="-691260">
            <a:off x="6271870" y="3783787"/>
            <a:ext cx="14630" cy="826618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0" name="rain-far-06"/>
          <p:cNvSpPr/>
          <p:nvPr/>
        </p:nvSpPr>
        <p:spPr>
          <a:xfrm rot="-899520">
            <a:off x="8332013" y="3049524"/>
            <a:ext cx="14630" cy="703174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1" name="rain-far-07"/>
          <p:cNvSpPr/>
          <p:nvPr/>
        </p:nvSpPr>
        <p:spPr>
          <a:xfrm rot="-730020">
            <a:off x="1627632" y="3707892"/>
            <a:ext cx="14630" cy="588874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2" name="rain-far-08"/>
          <p:cNvSpPr/>
          <p:nvPr/>
        </p:nvSpPr>
        <p:spPr>
          <a:xfrm rot="-862560">
            <a:off x="3487522" y="1726387"/>
            <a:ext cx="14630" cy="666598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3" name="rain-far-09"/>
          <p:cNvSpPr/>
          <p:nvPr/>
        </p:nvSpPr>
        <p:spPr>
          <a:xfrm rot="-710580">
            <a:off x="1417320" y="1715414"/>
            <a:ext cx="14630" cy="866851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4" name="rain-far-10"/>
          <p:cNvSpPr/>
          <p:nvPr/>
        </p:nvSpPr>
        <p:spPr>
          <a:xfrm rot="-843480">
            <a:off x="7819034" y="3922776"/>
            <a:ext cx="14630" cy="708660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5" name="rain-far-11"/>
          <p:cNvSpPr/>
          <p:nvPr/>
        </p:nvSpPr>
        <p:spPr>
          <a:xfrm rot="-978240">
            <a:off x="4253789" y="4152290"/>
            <a:ext cx="14630" cy="766267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6" name="rain-far-12"/>
          <p:cNvSpPr/>
          <p:nvPr/>
        </p:nvSpPr>
        <p:spPr>
          <a:xfrm rot="-748920">
            <a:off x="6058814" y="3845052"/>
            <a:ext cx="14630" cy="835762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7" name="rain-far-13"/>
          <p:cNvSpPr/>
          <p:nvPr/>
        </p:nvSpPr>
        <p:spPr>
          <a:xfrm rot="-856320">
            <a:off x="8400593" y="2849270"/>
            <a:ext cx="14630" cy="849478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8" name="rain-far-14"/>
          <p:cNvSpPr/>
          <p:nvPr/>
        </p:nvSpPr>
        <p:spPr>
          <a:xfrm rot="-820800">
            <a:off x="203911" y="4285793"/>
            <a:ext cx="14630" cy="768096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9" name="rain-far-15"/>
          <p:cNvSpPr/>
          <p:nvPr/>
        </p:nvSpPr>
        <p:spPr>
          <a:xfrm rot="-1011960">
            <a:off x="8986723" y="1594714"/>
            <a:ext cx="14630" cy="633679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0" name="rain-far-16"/>
          <p:cNvSpPr/>
          <p:nvPr/>
        </p:nvSpPr>
        <p:spPr>
          <a:xfrm rot="-710880">
            <a:off x="5012741" y="2746858"/>
            <a:ext cx="14630" cy="761695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1" name="rain-far-17"/>
          <p:cNvSpPr/>
          <p:nvPr/>
        </p:nvSpPr>
        <p:spPr>
          <a:xfrm rot="-921000">
            <a:off x="6986930" y="2818181"/>
            <a:ext cx="14630" cy="655625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2" name="rain-far-18"/>
          <p:cNvSpPr/>
          <p:nvPr/>
        </p:nvSpPr>
        <p:spPr>
          <a:xfrm rot="-777120">
            <a:off x="8938260" y="2359152"/>
            <a:ext cx="14630" cy="600761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3" name="rain-far-19"/>
          <p:cNvSpPr/>
          <p:nvPr/>
        </p:nvSpPr>
        <p:spPr>
          <a:xfrm rot="-773400">
            <a:off x="5666537" y="2029054"/>
            <a:ext cx="14630" cy="689458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4" name="rain-far-20"/>
          <p:cNvSpPr/>
          <p:nvPr/>
        </p:nvSpPr>
        <p:spPr>
          <a:xfrm rot="-750480">
            <a:off x="5570525" y="3159252"/>
            <a:ext cx="14630" cy="707746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5" name="rain-far-21"/>
          <p:cNvSpPr/>
          <p:nvPr/>
        </p:nvSpPr>
        <p:spPr>
          <a:xfrm rot="-889380">
            <a:off x="11558930" y="4042562"/>
            <a:ext cx="14630" cy="613562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6" name="rain-far-22"/>
          <p:cNvSpPr/>
          <p:nvPr/>
        </p:nvSpPr>
        <p:spPr>
          <a:xfrm rot="-726180">
            <a:off x="2890418" y="4129430"/>
            <a:ext cx="14630" cy="670255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7" name="rain-mid-01"/>
          <p:cNvSpPr/>
          <p:nvPr/>
        </p:nvSpPr>
        <p:spPr>
          <a:xfrm rot="-712260">
            <a:off x="1710842" y="2422246"/>
            <a:ext cx="23774" cy="1103681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38" name="rain-mid-02"/>
          <p:cNvSpPr/>
          <p:nvPr/>
        </p:nvSpPr>
        <p:spPr>
          <a:xfrm rot="-756540">
            <a:off x="8484718" y="1629461"/>
            <a:ext cx="23774" cy="1261872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39" name="rain-mid-03"/>
          <p:cNvSpPr/>
          <p:nvPr/>
        </p:nvSpPr>
        <p:spPr>
          <a:xfrm rot="-797580">
            <a:off x="7797089" y="2731313"/>
            <a:ext cx="23774" cy="1018642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0" name="rain-mid-04"/>
          <p:cNvSpPr/>
          <p:nvPr/>
        </p:nvSpPr>
        <p:spPr>
          <a:xfrm rot="-677160">
            <a:off x="6216091" y="2772461"/>
            <a:ext cx="23774" cy="1294790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1" name="rain-mid-05"/>
          <p:cNvSpPr/>
          <p:nvPr/>
        </p:nvSpPr>
        <p:spPr>
          <a:xfrm rot="-788460">
            <a:off x="627278" y="3417113"/>
            <a:ext cx="23774" cy="980237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2" name="rain-mid-06"/>
          <p:cNvSpPr/>
          <p:nvPr/>
        </p:nvSpPr>
        <p:spPr>
          <a:xfrm rot="-728580">
            <a:off x="2074774" y="1907438"/>
            <a:ext cx="23774" cy="1058875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3" name="rain-mid-07"/>
          <p:cNvSpPr/>
          <p:nvPr/>
        </p:nvSpPr>
        <p:spPr>
          <a:xfrm rot="-675600">
            <a:off x="5648249" y="1279246"/>
            <a:ext cx="23774" cy="1091794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4" name="rain-mid-08"/>
          <p:cNvSpPr/>
          <p:nvPr/>
        </p:nvSpPr>
        <p:spPr>
          <a:xfrm rot="-930840">
            <a:off x="6300216" y="1516990"/>
            <a:ext cx="23774" cy="1264615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5" name="rain-mid-09"/>
          <p:cNvSpPr/>
          <p:nvPr/>
        </p:nvSpPr>
        <p:spPr>
          <a:xfrm rot="-960420">
            <a:off x="866851" y="2652674"/>
            <a:ext cx="23774" cy="1351483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6" name="rain-mid-10"/>
          <p:cNvSpPr/>
          <p:nvPr/>
        </p:nvSpPr>
        <p:spPr>
          <a:xfrm rot="-953640">
            <a:off x="2195474" y="2078431"/>
            <a:ext cx="23774" cy="980237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7" name="rain-mid-11"/>
          <p:cNvSpPr/>
          <p:nvPr/>
        </p:nvSpPr>
        <p:spPr>
          <a:xfrm rot="-929100">
            <a:off x="9199778" y="1814170"/>
            <a:ext cx="23774" cy="1337767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8" name="rain-mid-12"/>
          <p:cNvSpPr/>
          <p:nvPr/>
        </p:nvSpPr>
        <p:spPr>
          <a:xfrm rot="-728940">
            <a:off x="1803197" y="2865730"/>
            <a:ext cx="23774" cy="1145743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9" name="rain-mid-13"/>
          <p:cNvSpPr/>
          <p:nvPr/>
        </p:nvSpPr>
        <p:spPr>
          <a:xfrm rot="-753240">
            <a:off x="9108338" y="1356055"/>
            <a:ext cx="23774" cy="1019556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50" name="rain-mid-14"/>
          <p:cNvSpPr/>
          <p:nvPr/>
        </p:nvSpPr>
        <p:spPr>
          <a:xfrm rot="-856860">
            <a:off x="671170" y="2651760"/>
            <a:ext cx="23774" cy="1260043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51" name="rain-mid-15"/>
          <p:cNvSpPr/>
          <p:nvPr/>
        </p:nvSpPr>
        <p:spPr>
          <a:xfrm rot="-816780">
            <a:off x="1906524" y="1984248"/>
            <a:ext cx="23774" cy="1042416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52" name="rain-mid-16"/>
          <p:cNvSpPr/>
          <p:nvPr/>
        </p:nvSpPr>
        <p:spPr>
          <a:xfrm rot="-705600">
            <a:off x="11486693" y="2088490"/>
            <a:ext cx="23774" cy="1118311"/>
          </a:xfrm>
          <a:prstGeom prst="rect">
            <a:avLst/>
          </a:prstGeom>
          <a:solidFill>
            <a:srgbClr val="E3B341">
              <a:alpha val="32000"/>
            </a:srgbClr>
          </a:solidFill>
          <a:ln/>
        </p:spPr>
      </p:sp>
      <p:sp>
        <p:nvSpPr>
          <p:cNvPr id="53" name="rain-mid-17"/>
          <p:cNvSpPr/>
          <p:nvPr/>
        </p:nvSpPr>
        <p:spPr>
          <a:xfrm rot="-682980">
            <a:off x="8628278" y="2592324"/>
            <a:ext cx="23774" cy="997610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54" name="rain-mid-18"/>
          <p:cNvSpPr/>
          <p:nvPr/>
        </p:nvSpPr>
        <p:spPr>
          <a:xfrm rot="-821280">
            <a:off x="3702406" y="3968496"/>
            <a:ext cx="23774" cy="1064362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55" name="rain-near-01"/>
          <p:cNvSpPr/>
          <p:nvPr/>
        </p:nvSpPr>
        <p:spPr>
          <a:xfrm rot="-978180">
            <a:off x="3546958" y="2509114"/>
            <a:ext cx="40234" cy="1810512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56" name="rain-near-02"/>
          <p:cNvSpPr/>
          <p:nvPr/>
        </p:nvSpPr>
        <p:spPr>
          <a:xfrm rot="-893460">
            <a:off x="2935224" y="3198571"/>
            <a:ext cx="40234" cy="1706270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57" name="rain-near-03"/>
          <p:cNvSpPr/>
          <p:nvPr/>
        </p:nvSpPr>
        <p:spPr>
          <a:xfrm rot="-762900">
            <a:off x="7289597" y="850392"/>
            <a:ext cx="40234" cy="1763878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58" name="rain-near-04"/>
          <p:cNvSpPr/>
          <p:nvPr/>
        </p:nvSpPr>
        <p:spPr>
          <a:xfrm rot="-833100">
            <a:off x="1096366" y="3032150"/>
            <a:ext cx="40234" cy="1802282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59" name="rain-near-05"/>
          <p:cNvSpPr/>
          <p:nvPr/>
        </p:nvSpPr>
        <p:spPr>
          <a:xfrm rot="-672960">
            <a:off x="7015277" y="499262"/>
            <a:ext cx="40234" cy="1947672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0" name="rain-near-06"/>
          <p:cNvSpPr/>
          <p:nvPr/>
        </p:nvSpPr>
        <p:spPr>
          <a:xfrm rot="-686520">
            <a:off x="5554980" y="540410"/>
            <a:ext cx="40234" cy="1982419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1" name="rain-near-07"/>
          <p:cNvSpPr/>
          <p:nvPr/>
        </p:nvSpPr>
        <p:spPr>
          <a:xfrm rot="-950220">
            <a:off x="6639458" y="854964"/>
            <a:ext cx="40234" cy="1827886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2" name="rain-near-08"/>
          <p:cNvSpPr/>
          <p:nvPr/>
        </p:nvSpPr>
        <p:spPr>
          <a:xfrm rot="-879060">
            <a:off x="6505042" y="2921508"/>
            <a:ext cx="40234" cy="1714500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3" name="rain-near-09"/>
          <p:cNvSpPr/>
          <p:nvPr/>
        </p:nvSpPr>
        <p:spPr>
          <a:xfrm rot="-763020">
            <a:off x="5762549" y="2187245"/>
            <a:ext cx="40234" cy="2090318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4" name="rain-near-10"/>
          <p:cNvSpPr/>
          <p:nvPr/>
        </p:nvSpPr>
        <p:spPr>
          <a:xfrm rot="-991020">
            <a:off x="5437937" y="2384755"/>
            <a:ext cx="40234" cy="2130552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5" name="rain-near-11"/>
          <p:cNvSpPr/>
          <p:nvPr/>
        </p:nvSpPr>
        <p:spPr>
          <a:xfrm rot="-816480">
            <a:off x="9459468" y="2649931"/>
            <a:ext cx="40234" cy="1776679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6" name="rain-near-12"/>
          <p:cNvSpPr/>
          <p:nvPr/>
        </p:nvSpPr>
        <p:spPr>
          <a:xfrm rot="-702600">
            <a:off x="4993538" y="2991002"/>
            <a:ext cx="40234" cy="2082089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7" name="rain-near-13"/>
          <p:cNvSpPr/>
          <p:nvPr/>
        </p:nvSpPr>
        <p:spPr>
          <a:xfrm rot="-966420">
            <a:off x="8838590" y="2123237"/>
            <a:ext cx="40234" cy="1907438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8" name="rain-near-14"/>
          <p:cNvSpPr/>
          <p:nvPr/>
        </p:nvSpPr>
        <p:spPr>
          <a:xfrm rot="-915660">
            <a:off x="2946197" y="2296973"/>
            <a:ext cx="40234" cy="2170786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9" name="splash"/>
          <p:cNvSpPr/>
          <p:nvPr/>
        </p:nvSpPr>
        <p:spPr>
          <a:xfrm>
            <a:off x="6227064" y="5230368"/>
            <a:ext cx="329184" cy="329184"/>
          </a:xfrm>
          <a:prstGeom prst="ellipse">
            <a:avLst/>
          </a:prstGeom>
          <a:solidFill>
            <a:srgbClr val="E3B341">
              <a:alpha val="70000"/>
            </a:srgbClr>
          </a:solidFill>
          <a:ln/>
        </p:spPr>
      </p:sp>
      <p:sp>
        <p:nvSpPr>
          <p:cNvPr id="70" name="title"/>
          <p:cNvSpPr/>
          <p:nvPr/>
        </p:nvSpPr>
        <p:spPr>
          <a:xfrm>
            <a:off x="777240" y="5760720"/>
            <a:ext cx="10607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EDDC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雨是从一滴开始的</a:t>
            </a:r>
            <a:endParaRPr lang="en-US" sz="5400" dirty="0"/>
          </a:p>
        </p:txBody>
      </p:sp>
      <p:sp>
        <p:nvSpPr>
          <p:cNvPr id="71" name="stamp-time-3"/>
          <p:cNvSpPr/>
          <p:nvPr/>
        </p:nvSpPr>
        <p:spPr>
          <a:xfrm>
            <a:off x="777240" y="47548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A79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18:52</a:t>
            </a:r>
            <a:endParaRPr lang="en-US" sz="2600" dirty="0"/>
          </a:p>
        </p:txBody>
      </p:sp>
      <p:sp>
        <p:nvSpPr>
          <p:cNvPr id="72" name="stamp-label-3"/>
          <p:cNvSpPr/>
          <p:nvPr/>
        </p:nvSpPr>
        <p:spPr>
          <a:xfrm>
            <a:off x="777240" y="10058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79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第三幕 · 落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" dur="9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" dur="9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53" presetClass="entr" presetSubtype="16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9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9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9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9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1" ac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9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9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53" presetClass="entr" presetSubtype="16" accel="50000" decel="50000" fill="hold" nodeType="after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8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8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8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11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11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11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accel="50000" decel="50000" fill="hold" nodeType="after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5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9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9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0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1" ac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1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1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19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19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1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1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8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8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18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18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1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1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19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19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8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8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10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10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18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18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23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23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1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1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1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1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2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2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9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9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1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1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1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1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11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11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11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11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1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1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21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21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18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18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2" fill="hold">
                      <p:stCondLst>
                        <p:cond delay="0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2" presetClass="entr" presetSubtype="1" ac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1" dur="8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8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5" dur="6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6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9" dur="10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10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10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10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13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13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1" dur="8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8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5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6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9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0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5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3" dur="9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4" dur="9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9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7" dur="7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7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1" dur="8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8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5" dur="11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6" dur="11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9" dur="6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0" dur="6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5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3" dur="9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4" dur="9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9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7" dur="7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8" dur="7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" dur="9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2" dur="9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7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5" dur="8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6" dur="8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1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9" dur="12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0" dur="12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0" fill="hold">
                      <p:stCondLst>
                        <p:cond delay="0"/>
                      </p:stCondLst>
                      <p:childTnLst>
                        <p:par>
                          <p:cTn id="281" fill="hold">
                            <p:stCondLst>
                              <p:cond delay="0"/>
                            </p:stCondLst>
                            <p:childTnLst>
                              <p:par>
                                <p:cTn id="227" presetID="2" presetClass="entr" presetSubtype="1" ac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5" dur="6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6" dur="6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1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9" dur="9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0" dur="9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5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3" dur="45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4" dur="45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9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7" dur="8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8" dur="8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3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1" dur="4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2" dur="4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7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5" dur="4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6" dur="4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1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9" dur="4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0" dur="4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5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3" dur="8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4" dur="8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9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7" dur="6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8" dur="6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3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1" dur="65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2" dur="65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7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5" dur="7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6" dur="7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1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9" dur="75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0" dur="75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5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3" dur="65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4" dur="65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9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7" dur="7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8" dur="7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0D0C"/>
          </a:solidFill>
          <a:ln/>
        </p:spPr>
      </p:sp>
      <p:sp>
        <p:nvSpPr>
          <p:cNvPr id="3" name="band-1"/>
          <p:cNvSpPr/>
          <p:nvPr/>
        </p:nvSpPr>
        <p:spPr>
          <a:xfrm rot="780000">
            <a:off x="0" y="182880"/>
            <a:ext cx="12188952" cy="2560320"/>
          </a:xfrm>
          <a:prstGeom prst="rect">
            <a:avLst/>
          </a:prstGeom>
          <a:solidFill>
            <a:srgbClr val="F5EDDC">
              <a:alpha val="5000"/>
            </a:srgbClr>
          </a:solidFill>
          <a:ln/>
        </p:spPr>
      </p:sp>
      <p:sp>
        <p:nvSpPr>
          <p:cNvPr id="4" name="ground"/>
          <p:cNvSpPr/>
          <p:nvPr/>
        </p:nvSpPr>
        <p:spPr>
          <a:xfrm>
            <a:off x="0" y="5120640"/>
            <a:ext cx="12188952" cy="14630"/>
          </a:xfrm>
          <a:prstGeom prst="rect">
            <a:avLst/>
          </a:prstGeom>
          <a:solidFill>
            <a:srgbClr val="F5EDDC">
              <a:alpha val="55000"/>
            </a:srgbClr>
          </a:solidFill>
          <a:ln/>
        </p:spPr>
      </p:sp>
      <p:sp>
        <p:nvSpPr>
          <p:cNvPr id="5" name="lamp-pole"/>
          <p:cNvSpPr/>
          <p:nvPr/>
        </p:nvSpPr>
        <p:spPr>
          <a:xfrm>
            <a:off x="11430000" y="2103120"/>
            <a:ext cx="68580" cy="3017520"/>
          </a:xfrm>
          <a:prstGeom prst="rect">
            <a:avLst/>
          </a:prstGeom>
          <a:solidFill>
            <a:srgbClr val="0E0D0C"/>
          </a:solidFill>
          <a:ln/>
        </p:spPr>
      </p:sp>
      <p:sp>
        <p:nvSpPr>
          <p:cNvPr id="6" name="lamp-arm"/>
          <p:cNvSpPr/>
          <p:nvPr/>
        </p:nvSpPr>
        <p:spPr>
          <a:xfrm>
            <a:off x="10716768" y="2084832"/>
            <a:ext cx="786384" cy="64008"/>
          </a:xfrm>
          <a:prstGeom prst="rect">
            <a:avLst/>
          </a:prstGeom>
          <a:solidFill>
            <a:srgbClr val="0E0D0C"/>
          </a:solidFill>
          <a:ln/>
        </p:spPr>
      </p:sp>
      <p:sp>
        <p:nvSpPr>
          <p:cNvPr id="7" name="lamp-head"/>
          <p:cNvSpPr/>
          <p:nvPr/>
        </p:nvSpPr>
        <p:spPr>
          <a:xfrm>
            <a:off x="10588752" y="2121408"/>
            <a:ext cx="310896" cy="219456"/>
          </a:xfrm>
          <a:prstGeom prst="ellipse">
            <a:avLst/>
          </a:prstGeom>
          <a:solidFill>
            <a:srgbClr val="E3B341">
              <a:alpha val="78000"/>
            </a:srgbClr>
          </a:solidFill>
          <a:ln/>
        </p:spPr>
      </p:sp>
      <p:sp>
        <p:nvSpPr>
          <p:cNvPr id="8" name="puddle"/>
          <p:cNvSpPr/>
          <p:nvPr/>
        </p:nvSpPr>
        <p:spPr>
          <a:xfrm>
            <a:off x="4791456" y="5202936"/>
            <a:ext cx="3200400" cy="384048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9" name="puddle-2"/>
          <p:cNvSpPr/>
          <p:nvPr/>
        </p:nvSpPr>
        <p:spPr>
          <a:xfrm>
            <a:off x="10012680" y="5253228"/>
            <a:ext cx="1600200" cy="310896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10" name="glint"/>
          <p:cNvSpPr/>
          <p:nvPr/>
        </p:nvSpPr>
        <p:spPr>
          <a:xfrm>
            <a:off x="10332720" y="5303520"/>
            <a:ext cx="868680" cy="137160"/>
          </a:xfrm>
          <a:prstGeom prst="ellipse">
            <a:avLst/>
          </a:prstGeom>
          <a:solidFill>
            <a:srgbClr val="E3B341">
              <a:alpha val="42000"/>
            </a:srgbClr>
          </a:solidFill>
          <a:ln/>
        </p:spPr>
      </p:sp>
      <p:sp>
        <p:nvSpPr>
          <p:cNvPr id="11" name="rain-far-01"/>
          <p:cNvSpPr/>
          <p:nvPr/>
        </p:nvSpPr>
        <p:spPr>
          <a:xfrm rot="-806340">
            <a:off x="11714378" y="2002536"/>
            <a:ext cx="14630" cy="636422"/>
          </a:xfrm>
          <a:prstGeom prst="rect">
            <a:avLst/>
          </a:prstGeom>
          <a:solidFill>
            <a:srgbClr val="E3B341">
              <a:alpha val="18000"/>
            </a:srgbClr>
          </a:solidFill>
          <a:ln/>
        </p:spPr>
      </p:sp>
      <p:sp>
        <p:nvSpPr>
          <p:cNvPr id="12" name="rain-far-02"/>
          <p:cNvSpPr/>
          <p:nvPr/>
        </p:nvSpPr>
        <p:spPr>
          <a:xfrm rot="-979680">
            <a:off x="2195474" y="3947465"/>
            <a:ext cx="14630" cy="593446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13" name="rain-far-03"/>
          <p:cNvSpPr/>
          <p:nvPr/>
        </p:nvSpPr>
        <p:spPr>
          <a:xfrm rot="-666720">
            <a:off x="3443630" y="3918204"/>
            <a:ext cx="14630" cy="747979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14" name="rain-far-04"/>
          <p:cNvSpPr/>
          <p:nvPr/>
        </p:nvSpPr>
        <p:spPr>
          <a:xfrm rot="-693780">
            <a:off x="4753966" y="1509674"/>
            <a:ext cx="14630" cy="615391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15" name="rain-far-05"/>
          <p:cNvSpPr/>
          <p:nvPr/>
        </p:nvSpPr>
        <p:spPr>
          <a:xfrm rot="-691260">
            <a:off x="6271870" y="3783787"/>
            <a:ext cx="14630" cy="826618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16" name="rain-far-06"/>
          <p:cNvSpPr/>
          <p:nvPr/>
        </p:nvSpPr>
        <p:spPr>
          <a:xfrm rot="-899520">
            <a:off x="8332013" y="3049524"/>
            <a:ext cx="14630" cy="703174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17" name="rain-far-07"/>
          <p:cNvSpPr/>
          <p:nvPr/>
        </p:nvSpPr>
        <p:spPr>
          <a:xfrm rot="-730020">
            <a:off x="1627632" y="3707892"/>
            <a:ext cx="14630" cy="588874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18" name="rain-far-08"/>
          <p:cNvSpPr/>
          <p:nvPr/>
        </p:nvSpPr>
        <p:spPr>
          <a:xfrm rot="-862560">
            <a:off x="3487522" y="1726387"/>
            <a:ext cx="14630" cy="666598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19" name="rain-far-09"/>
          <p:cNvSpPr/>
          <p:nvPr/>
        </p:nvSpPr>
        <p:spPr>
          <a:xfrm rot="-710580">
            <a:off x="1417320" y="1715414"/>
            <a:ext cx="14630" cy="866851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0" name="rain-far-10"/>
          <p:cNvSpPr/>
          <p:nvPr/>
        </p:nvSpPr>
        <p:spPr>
          <a:xfrm rot="-843480">
            <a:off x="7819034" y="3922776"/>
            <a:ext cx="14630" cy="708660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1" name="rain-far-11"/>
          <p:cNvSpPr/>
          <p:nvPr/>
        </p:nvSpPr>
        <p:spPr>
          <a:xfrm rot="-978240">
            <a:off x="4253789" y="4152290"/>
            <a:ext cx="14630" cy="766267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2" name="rain-far-12"/>
          <p:cNvSpPr/>
          <p:nvPr/>
        </p:nvSpPr>
        <p:spPr>
          <a:xfrm rot="-748920">
            <a:off x="6058814" y="3845052"/>
            <a:ext cx="14630" cy="835762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3" name="rain-far-13"/>
          <p:cNvSpPr/>
          <p:nvPr/>
        </p:nvSpPr>
        <p:spPr>
          <a:xfrm rot="-856320">
            <a:off x="8400593" y="2849270"/>
            <a:ext cx="14630" cy="849478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4" name="rain-far-14"/>
          <p:cNvSpPr/>
          <p:nvPr/>
        </p:nvSpPr>
        <p:spPr>
          <a:xfrm rot="-820800">
            <a:off x="203911" y="4285793"/>
            <a:ext cx="14630" cy="768096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5" name="rain-far-15"/>
          <p:cNvSpPr/>
          <p:nvPr/>
        </p:nvSpPr>
        <p:spPr>
          <a:xfrm rot="-1011960">
            <a:off x="8986723" y="1594714"/>
            <a:ext cx="14630" cy="633679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6" name="rain-far-16"/>
          <p:cNvSpPr/>
          <p:nvPr/>
        </p:nvSpPr>
        <p:spPr>
          <a:xfrm rot="-710880">
            <a:off x="5012741" y="2746858"/>
            <a:ext cx="14630" cy="761695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7" name="rain-far-17"/>
          <p:cNvSpPr/>
          <p:nvPr/>
        </p:nvSpPr>
        <p:spPr>
          <a:xfrm rot="-921000">
            <a:off x="6986930" y="2818181"/>
            <a:ext cx="14630" cy="655625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8" name="rain-far-18"/>
          <p:cNvSpPr/>
          <p:nvPr/>
        </p:nvSpPr>
        <p:spPr>
          <a:xfrm rot="-777120">
            <a:off x="8938260" y="2359152"/>
            <a:ext cx="14630" cy="600761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9" name="rain-far-19"/>
          <p:cNvSpPr/>
          <p:nvPr/>
        </p:nvSpPr>
        <p:spPr>
          <a:xfrm rot="-773400">
            <a:off x="5666537" y="2029054"/>
            <a:ext cx="14630" cy="689458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0" name="rain-far-20"/>
          <p:cNvSpPr/>
          <p:nvPr/>
        </p:nvSpPr>
        <p:spPr>
          <a:xfrm rot="-750480">
            <a:off x="5570525" y="3159252"/>
            <a:ext cx="14630" cy="707746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1" name="rain-far-21"/>
          <p:cNvSpPr/>
          <p:nvPr/>
        </p:nvSpPr>
        <p:spPr>
          <a:xfrm rot="-889380">
            <a:off x="11558930" y="4042562"/>
            <a:ext cx="14630" cy="613562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2" name="rain-far-22"/>
          <p:cNvSpPr/>
          <p:nvPr/>
        </p:nvSpPr>
        <p:spPr>
          <a:xfrm rot="-726180">
            <a:off x="2890418" y="4129430"/>
            <a:ext cx="14630" cy="670255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3" name="rain-mid-01"/>
          <p:cNvSpPr/>
          <p:nvPr/>
        </p:nvSpPr>
        <p:spPr>
          <a:xfrm rot="-712260">
            <a:off x="1710842" y="2422246"/>
            <a:ext cx="23774" cy="1103681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34" name="rain-mid-02"/>
          <p:cNvSpPr/>
          <p:nvPr/>
        </p:nvSpPr>
        <p:spPr>
          <a:xfrm rot="-756540">
            <a:off x="8484718" y="1629461"/>
            <a:ext cx="23774" cy="1261872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35" name="rain-mid-03"/>
          <p:cNvSpPr/>
          <p:nvPr/>
        </p:nvSpPr>
        <p:spPr>
          <a:xfrm rot="-797580">
            <a:off x="7797089" y="2731313"/>
            <a:ext cx="23774" cy="1018642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36" name="rain-mid-04"/>
          <p:cNvSpPr/>
          <p:nvPr/>
        </p:nvSpPr>
        <p:spPr>
          <a:xfrm rot="-677160">
            <a:off x="6216091" y="2772461"/>
            <a:ext cx="23774" cy="1294790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37" name="rain-mid-05"/>
          <p:cNvSpPr/>
          <p:nvPr/>
        </p:nvSpPr>
        <p:spPr>
          <a:xfrm rot="-788460">
            <a:off x="627278" y="3417113"/>
            <a:ext cx="23774" cy="980237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38" name="rain-mid-06"/>
          <p:cNvSpPr/>
          <p:nvPr/>
        </p:nvSpPr>
        <p:spPr>
          <a:xfrm rot="-728580">
            <a:off x="2074774" y="1907438"/>
            <a:ext cx="23774" cy="1058875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39" name="rain-mid-07"/>
          <p:cNvSpPr/>
          <p:nvPr/>
        </p:nvSpPr>
        <p:spPr>
          <a:xfrm rot="-675600">
            <a:off x="5648249" y="1279246"/>
            <a:ext cx="23774" cy="1091794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0" name="rain-mid-08"/>
          <p:cNvSpPr/>
          <p:nvPr/>
        </p:nvSpPr>
        <p:spPr>
          <a:xfrm rot="-930840">
            <a:off x="6300216" y="1516990"/>
            <a:ext cx="23774" cy="1264615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1" name="rain-mid-09"/>
          <p:cNvSpPr/>
          <p:nvPr/>
        </p:nvSpPr>
        <p:spPr>
          <a:xfrm rot="-960420">
            <a:off x="866851" y="2652674"/>
            <a:ext cx="23774" cy="1351483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2" name="rain-mid-10"/>
          <p:cNvSpPr/>
          <p:nvPr/>
        </p:nvSpPr>
        <p:spPr>
          <a:xfrm rot="-953640">
            <a:off x="2195474" y="2078431"/>
            <a:ext cx="23774" cy="980237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3" name="rain-mid-11"/>
          <p:cNvSpPr/>
          <p:nvPr/>
        </p:nvSpPr>
        <p:spPr>
          <a:xfrm rot="-929100">
            <a:off x="9199778" y="1814170"/>
            <a:ext cx="23774" cy="1337767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4" name="rain-mid-12"/>
          <p:cNvSpPr/>
          <p:nvPr/>
        </p:nvSpPr>
        <p:spPr>
          <a:xfrm rot="-728940">
            <a:off x="1803197" y="2865730"/>
            <a:ext cx="23774" cy="1145743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5" name="rain-mid-13"/>
          <p:cNvSpPr/>
          <p:nvPr/>
        </p:nvSpPr>
        <p:spPr>
          <a:xfrm rot="-753240">
            <a:off x="9108338" y="1356055"/>
            <a:ext cx="23774" cy="1019556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6" name="rain-mid-14"/>
          <p:cNvSpPr/>
          <p:nvPr/>
        </p:nvSpPr>
        <p:spPr>
          <a:xfrm rot="-856860">
            <a:off x="671170" y="2651760"/>
            <a:ext cx="23774" cy="1260043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7" name="rain-mid-15"/>
          <p:cNvSpPr/>
          <p:nvPr/>
        </p:nvSpPr>
        <p:spPr>
          <a:xfrm rot="-816780">
            <a:off x="1906524" y="1984248"/>
            <a:ext cx="23774" cy="1042416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8" name="rain-mid-16"/>
          <p:cNvSpPr/>
          <p:nvPr/>
        </p:nvSpPr>
        <p:spPr>
          <a:xfrm rot="-705600">
            <a:off x="11486693" y="2088490"/>
            <a:ext cx="23774" cy="1118311"/>
          </a:xfrm>
          <a:prstGeom prst="rect">
            <a:avLst/>
          </a:prstGeom>
          <a:solidFill>
            <a:srgbClr val="E3B341">
              <a:alpha val="32000"/>
            </a:srgbClr>
          </a:solidFill>
          <a:ln/>
        </p:spPr>
      </p:sp>
      <p:sp>
        <p:nvSpPr>
          <p:cNvPr id="49" name="rain-mid-17"/>
          <p:cNvSpPr/>
          <p:nvPr/>
        </p:nvSpPr>
        <p:spPr>
          <a:xfrm rot="-682980">
            <a:off x="8628278" y="2592324"/>
            <a:ext cx="23774" cy="997610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50" name="rain-mid-18"/>
          <p:cNvSpPr/>
          <p:nvPr/>
        </p:nvSpPr>
        <p:spPr>
          <a:xfrm rot="-821280">
            <a:off x="3702406" y="3968496"/>
            <a:ext cx="23774" cy="1064362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51" name="rain-near-01"/>
          <p:cNvSpPr/>
          <p:nvPr/>
        </p:nvSpPr>
        <p:spPr>
          <a:xfrm rot="-978180">
            <a:off x="3546958" y="2509114"/>
            <a:ext cx="40234" cy="1810512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52" name="rain-near-02"/>
          <p:cNvSpPr/>
          <p:nvPr/>
        </p:nvSpPr>
        <p:spPr>
          <a:xfrm rot="-893460">
            <a:off x="2935224" y="3198571"/>
            <a:ext cx="40234" cy="1706270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53" name="rain-near-03"/>
          <p:cNvSpPr/>
          <p:nvPr/>
        </p:nvSpPr>
        <p:spPr>
          <a:xfrm rot="-762900">
            <a:off x="7289597" y="850392"/>
            <a:ext cx="40234" cy="1763878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54" name="rain-near-04"/>
          <p:cNvSpPr/>
          <p:nvPr/>
        </p:nvSpPr>
        <p:spPr>
          <a:xfrm rot="-833100">
            <a:off x="1096366" y="3032150"/>
            <a:ext cx="40234" cy="1802282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55" name="rain-near-05"/>
          <p:cNvSpPr/>
          <p:nvPr/>
        </p:nvSpPr>
        <p:spPr>
          <a:xfrm rot="-672960">
            <a:off x="7015277" y="499262"/>
            <a:ext cx="40234" cy="1947672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56" name="rain-near-06"/>
          <p:cNvSpPr/>
          <p:nvPr/>
        </p:nvSpPr>
        <p:spPr>
          <a:xfrm rot="-686520">
            <a:off x="5554980" y="540410"/>
            <a:ext cx="40234" cy="1982419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57" name="rain-near-07"/>
          <p:cNvSpPr/>
          <p:nvPr/>
        </p:nvSpPr>
        <p:spPr>
          <a:xfrm rot="-950220">
            <a:off x="6639458" y="854964"/>
            <a:ext cx="40234" cy="1827886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58" name="rain-near-08"/>
          <p:cNvSpPr/>
          <p:nvPr/>
        </p:nvSpPr>
        <p:spPr>
          <a:xfrm rot="-879060">
            <a:off x="6505042" y="2921508"/>
            <a:ext cx="40234" cy="1714500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59" name="rain-near-09"/>
          <p:cNvSpPr/>
          <p:nvPr/>
        </p:nvSpPr>
        <p:spPr>
          <a:xfrm rot="-763020">
            <a:off x="5762549" y="2187245"/>
            <a:ext cx="40234" cy="2090318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0" name="rain-near-10"/>
          <p:cNvSpPr/>
          <p:nvPr/>
        </p:nvSpPr>
        <p:spPr>
          <a:xfrm rot="-991020">
            <a:off x="5437937" y="2384755"/>
            <a:ext cx="40234" cy="2130552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1" name="rain-near-11"/>
          <p:cNvSpPr/>
          <p:nvPr/>
        </p:nvSpPr>
        <p:spPr>
          <a:xfrm rot="-816480">
            <a:off x="9459468" y="2649931"/>
            <a:ext cx="40234" cy="1776679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2" name="rain-near-12"/>
          <p:cNvSpPr/>
          <p:nvPr/>
        </p:nvSpPr>
        <p:spPr>
          <a:xfrm rot="-702600">
            <a:off x="4993538" y="2991002"/>
            <a:ext cx="40234" cy="2082089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3" name="rain-near-13"/>
          <p:cNvSpPr/>
          <p:nvPr/>
        </p:nvSpPr>
        <p:spPr>
          <a:xfrm rot="-966420">
            <a:off x="8838590" y="2123237"/>
            <a:ext cx="40234" cy="1907438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4" name="rain-near-14"/>
          <p:cNvSpPr/>
          <p:nvPr/>
        </p:nvSpPr>
        <p:spPr>
          <a:xfrm rot="-915660">
            <a:off x="2946197" y="2296973"/>
            <a:ext cx="40234" cy="2170786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5" name="sky-flash"/>
          <p:cNvSpPr/>
          <p:nvPr/>
        </p:nvSpPr>
        <p:spPr>
          <a:xfrm>
            <a:off x="1463040" y="1051560"/>
            <a:ext cx="9235440" cy="1371600"/>
          </a:xfrm>
          <a:prstGeom prst="ellipse">
            <a:avLst/>
          </a:prstGeom>
          <a:solidFill>
            <a:srgbClr val="F5EDDC">
              <a:alpha val="14000"/>
            </a:srgbClr>
          </a:solidFill>
          <a:ln/>
        </p:spPr>
      </p:sp>
      <p:sp>
        <p:nvSpPr>
          <p:cNvPr id="66" name="bolt-1"/>
          <p:cNvSpPr/>
          <p:nvPr/>
        </p:nvSpPr>
        <p:spPr>
          <a:xfrm rot="969840">
            <a:off x="6755587" y="10973"/>
            <a:ext cx="58522" cy="1313993"/>
          </a:xfrm>
          <a:prstGeom prst="rect">
            <a:avLst/>
          </a:prstGeom>
          <a:solidFill>
            <a:srgbClr val="F5EDDC"/>
          </a:solidFill>
          <a:ln/>
        </p:spPr>
      </p:sp>
      <p:sp>
        <p:nvSpPr>
          <p:cNvPr id="67" name="bolt-2"/>
          <p:cNvSpPr/>
          <p:nvPr/>
        </p:nvSpPr>
        <p:spPr>
          <a:xfrm rot="1906620">
            <a:off x="6252667" y="1207008"/>
            <a:ext cx="58522" cy="1215238"/>
          </a:xfrm>
          <a:prstGeom prst="rect">
            <a:avLst/>
          </a:prstGeom>
          <a:solidFill>
            <a:srgbClr val="F5EDDC"/>
          </a:solidFill>
          <a:ln/>
        </p:spPr>
      </p:sp>
      <p:sp>
        <p:nvSpPr>
          <p:cNvPr id="68" name="bolt-3"/>
          <p:cNvSpPr/>
          <p:nvPr/>
        </p:nvSpPr>
        <p:spPr>
          <a:xfrm rot="-1630200">
            <a:off x="6197803" y="2267712"/>
            <a:ext cx="58522" cy="1161288"/>
          </a:xfrm>
          <a:prstGeom prst="rect">
            <a:avLst/>
          </a:prstGeom>
          <a:solidFill>
            <a:srgbClr val="F5EDDC"/>
          </a:solidFill>
          <a:ln/>
        </p:spPr>
      </p:sp>
      <p:sp>
        <p:nvSpPr>
          <p:cNvPr id="69" name="bolt-4"/>
          <p:cNvSpPr/>
          <p:nvPr/>
        </p:nvSpPr>
        <p:spPr>
          <a:xfrm rot="1145580">
            <a:off x="6298387" y="3337560"/>
            <a:ext cx="58522" cy="1006754"/>
          </a:xfrm>
          <a:prstGeom prst="rect">
            <a:avLst/>
          </a:prstGeom>
          <a:solidFill>
            <a:srgbClr val="F5EDDC"/>
          </a:solidFill>
          <a:ln/>
        </p:spPr>
      </p:sp>
      <p:sp>
        <p:nvSpPr>
          <p:cNvPr id="70" name="bolt-5"/>
          <p:cNvSpPr/>
          <p:nvPr/>
        </p:nvSpPr>
        <p:spPr>
          <a:xfrm rot="-931440">
            <a:off x="6248095" y="4300423"/>
            <a:ext cx="58522" cy="854050"/>
          </a:xfrm>
          <a:prstGeom prst="rect">
            <a:avLst/>
          </a:prstGeom>
          <a:solidFill>
            <a:srgbClr val="F5EDDC"/>
          </a:solidFill>
          <a:ln/>
        </p:spPr>
      </p:sp>
      <p:sp>
        <p:nvSpPr>
          <p:cNvPr id="71" name="fork-1"/>
          <p:cNvSpPr/>
          <p:nvPr/>
        </p:nvSpPr>
        <p:spPr>
          <a:xfrm rot="3130320">
            <a:off x="5807354" y="2735885"/>
            <a:ext cx="43891" cy="983894"/>
          </a:xfrm>
          <a:prstGeom prst="rect">
            <a:avLst/>
          </a:prstGeom>
          <a:solidFill>
            <a:srgbClr val="F5EDDC"/>
          </a:solidFill>
          <a:ln/>
        </p:spPr>
      </p:sp>
      <p:sp>
        <p:nvSpPr>
          <p:cNvPr id="72" name="fork-2"/>
          <p:cNvSpPr/>
          <p:nvPr/>
        </p:nvSpPr>
        <p:spPr>
          <a:xfrm rot="-3590580">
            <a:off x="6747358" y="3513125"/>
            <a:ext cx="43891" cy="946404"/>
          </a:xfrm>
          <a:prstGeom prst="rect">
            <a:avLst/>
          </a:prstGeom>
          <a:solidFill>
            <a:srgbClr val="F5EDDC"/>
          </a:solidFill>
          <a:ln/>
        </p:spPr>
      </p:sp>
      <p:sp>
        <p:nvSpPr>
          <p:cNvPr id="73" name="afterglow"/>
          <p:cNvSpPr/>
          <p:nvPr/>
        </p:nvSpPr>
        <p:spPr>
          <a:xfrm>
            <a:off x="5751576" y="4663440"/>
            <a:ext cx="1280160" cy="640080"/>
          </a:xfrm>
          <a:prstGeom prst="ellipse">
            <a:avLst/>
          </a:prstGeom>
          <a:solidFill>
            <a:srgbClr val="E3B341">
              <a:alpha val="55000"/>
            </a:srgbClr>
          </a:solidFill>
          <a:ln/>
        </p:spPr>
      </p:sp>
      <p:sp>
        <p:nvSpPr>
          <p:cNvPr id="74" name="shock-1"/>
          <p:cNvSpPr/>
          <p:nvPr/>
        </p:nvSpPr>
        <p:spPr>
          <a:xfrm>
            <a:off x="5888736" y="4956048"/>
            <a:ext cx="1005840" cy="274320"/>
          </a:xfrm>
          <a:prstGeom prst="ellipse">
            <a:avLst/>
          </a:prstGeom>
          <a:ln w="17780">
            <a:solidFill>
              <a:srgbClr val="F5EDDC">
                <a:alpha val="80000"/>
              </a:srgbClr>
            </a:solidFill>
            <a:prstDash val="solid"/>
          </a:ln>
        </p:spPr>
      </p:sp>
      <p:sp>
        <p:nvSpPr>
          <p:cNvPr id="75" name="shock-2"/>
          <p:cNvSpPr/>
          <p:nvPr/>
        </p:nvSpPr>
        <p:spPr>
          <a:xfrm>
            <a:off x="5431536" y="4882896"/>
            <a:ext cx="1920240" cy="438912"/>
          </a:xfrm>
          <a:prstGeom prst="ellipse">
            <a:avLst/>
          </a:prstGeom>
          <a:ln w="17780">
            <a:solidFill>
              <a:srgbClr val="F5EDDC">
                <a:alpha val="80000"/>
              </a:srgbClr>
            </a:solidFill>
            <a:prstDash val="solid"/>
          </a:ln>
        </p:spPr>
      </p:sp>
      <p:sp>
        <p:nvSpPr>
          <p:cNvPr id="76" name="shock-3"/>
          <p:cNvSpPr/>
          <p:nvPr/>
        </p:nvSpPr>
        <p:spPr>
          <a:xfrm>
            <a:off x="4974336" y="4809744"/>
            <a:ext cx="2834640" cy="603504"/>
          </a:xfrm>
          <a:prstGeom prst="ellipse">
            <a:avLst/>
          </a:prstGeom>
          <a:ln w="17780">
            <a:solidFill>
              <a:srgbClr val="F5EDDC">
                <a:alpha val="80000"/>
              </a:srgbClr>
            </a:solidFill>
            <a:prstDash val="solid"/>
          </a:ln>
        </p:spPr>
      </p:sp>
      <p:sp>
        <p:nvSpPr>
          <p:cNvPr id="77" name="title"/>
          <p:cNvSpPr/>
          <p:nvPr/>
        </p:nvSpPr>
        <p:spPr>
          <a:xfrm>
            <a:off x="1097280" y="5596128"/>
            <a:ext cx="9966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5EDDC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天裂开，只有一瞬</a:t>
            </a:r>
            <a:endParaRPr lang="en-US" sz="6000" dirty="0"/>
          </a:p>
        </p:txBody>
      </p:sp>
      <p:sp>
        <p:nvSpPr>
          <p:cNvPr id="78" name="stamp-time-4"/>
          <p:cNvSpPr/>
          <p:nvPr/>
        </p:nvSpPr>
        <p:spPr>
          <a:xfrm>
            <a:off x="777240" y="475488"/>
            <a:ext cx="18470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A79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18:53</a:t>
            </a:r>
            <a:endParaRPr lang="en-US" sz="2400" dirty="0"/>
          </a:p>
        </p:txBody>
      </p:sp>
      <p:sp>
        <p:nvSpPr>
          <p:cNvPr id="79" name="stamp-label-4"/>
          <p:cNvSpPr/>
          <p:nvPr/>
        </p:nvSpPr>
        <p:spPr>
          <a:xfrm>
            <a:off x="777240" y="100584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79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第四幕 · 炸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6" presetClass="emph" presetSubtype="0" repeatCount="3000" fill="hold" nodeType="afterEffect">
                                  <p:stCondLst>
                                    <p:cond delay="900"/>
                                  </p:stCondLst>
                                  <p:childTnLst>
                                    <p:animScale>
                                      <p:cBhvr>
                                        <p:cTn id="3" dur="380" fill="hold"/>
                                        <p:tgtEl>
                                          <p:spTgt spid="65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6" presetID="1" presetClass="entr" presetSubtype="0" fill="hold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afterEffect">
                                  <p:stCondLst>
                                    <p:cond delay="1290"/>
                                  </p:stCondLst>
                                  <p:childTnLst>
                                    <p:set>
                                      <p:cBhvr>
                                        <p:cTn id="7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after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9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after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11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afterEffect">
                                  <p:stCondLst>
                                    <p:cond delay="1410"/>
                                  </p:stCondLst>
                                  <p:childTnLst>
                                    <p:set>
                                      <p:cBhvr>
                                        <p:cTn id="13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after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15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after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7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6" presetClass="emph" presetSubtype="0" repeatCount="3000" fill="hold" nodeType="afterEffect">
                                  <p:stCondLst>
                                    <p:cond delay="1420"/>
                                  </p:stCondLst>
                                  <p:childTnLst>
                                    <p:animScale>
                                      <p:cBhvr>
                                        <p:cTn id="19" dur="420" fill="hold"/>
                                        <p:tgtEl>
                                          <p:spTgt spid="73"/>
                                        </p:tgtEl>
                                      </p:cBhvr>
                                      <p:by x="135000" y="135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53" presetClass="entr" presetSubtype="16" accel="50000" decel="50000" fill="hold" nodeType="after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21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accel="50000" decel="50000" fill="hold" nodeType="after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2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9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9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9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accel="50000" decel="50000" fill="hold" nodeType="afterEffect">
                                  <p:stCondLst>
                                    <p:cond delay="2110"/>
                                  </p:stCondLst>
                                  <p:childTnLst>
                                    <p:set>
                                      <p:cBhvr>
                                        <p:cTn id="31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11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11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1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42" presetClass="entr" presetSubtype="0" accel="50000" decel="50000" fill="hold" nodeType="after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accel="50000" decel="50000" fill="hold" nodeType="after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4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accel="50000" decel="50000" fill="hold" nodeType="after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4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0D0C"/>
          </a:solidFill>
          <a:ln/>
        </p:spPr>
      </p:sp>
      <p:sp>
        <p:nvSpPr>
          <p:cNvPr id="3" name="band-1"/>
          <p:cNvSpPr/>
          <p:nvPr/>
        </p:nvSpPr>
        <p:spPr>
          <a:xfrm rot="780000">
            <a:off x="0" y="274320"/>
            <a:ext cx="12188952" cy="2743200"/>
          </a:xfrm>
          <a:prstGeom prst="rect">
            <a:avLst/>
          </a:prstGeom>
          <a:solidFill>
            <a:srgbClr val="F5EDDC">
              <a:alpha val="5000"/>
            </a:srgbClr>
          </a:solidFill>
          <a:ln/>
        </p:spPr>
      </p:sp>
      <p:sp>
        <p:nvSpPr>
          <p:cNvPr id="4" name="ray-1"/>
          <p:cNvSpPr/>
          <p:nvPr/>
        </p:nvSpPr>
        <p:spPr>
          <a:xfrm>
            <a:off x="2130552" y="1824228"/>
            <a:ext cx="6400800" cy="100584"/>
          </a:xfrm>
          <a:prstGeom prst="rect">
            <a:avLst/>
          </a:prstGeom>
          <a:solidFill>
            <a:srgbClr val="F5EDDC">
              <a:alpha val="16000"/>
            </a:srgbClr>
          </a:solidFill>
          <a:ln/>
        </p:spPr>
      </p:sp>
      <p:sp>
        <p:nvSpPr>
          <p:cNvPr id="5" name="ray-2"/>
          <p:cNvSpPr/>
          <p:nvPr/>
        </p:nvSpPr>
        <p:spPr>
          <a:xfrm rot="5400000">
            <a:off x="2130552" y="1824228"/>
            <a:ext cx="6400800" cy="100584"/>
          </a:xfrm>
          <a:prstGeom prst="rect">
            <a:avLst/>
          </a:prstGeom>
          <a:solidFill>
            <a:srgbClr val="F5EDDC">
              <a:alpha val="16000"/>
            </a:srgbClr>
          </a:solidFill>
          <a:ln/>
        </p:spPr>
      </p:sp>
      <p:sp>
        <p:nvSpPr>
          <p:cNvPr id="6" name="cloud5-1"/>
          <p:cNvSpPr/>
          <p:nvPr/>
        </p:nvSpPr>
        <p:spPr>
          <a:xfrm>
            <a:off x="91440" y="1097280"/>
            <a:ext cx="3383280" cy="1600200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7" name="cloud5-2"/>
          <p:cNvSpPr/>
          <p:nvPr/>
        </p:nvSpPr>
        <p:spPr>
          <a:xfrm>
            <a:off x="1600200" y="566928"/>
            <a:ext cx="3063240" cy="1371600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8" name="cloud5-3"/>
          <p:cNvSpPr/>
          <p:nvPr/>
        </p:nvSpPr>
        <p:spPr>
          <a:xfrm>
            <a:off x="5989320" y="658368"/>
            <a:ext cx="3246120" cy="1481328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9" name="cloud5-4"/>
          <p:cNvSpPr/>
          <p:nvPr/>
        </p:nvSpPr>
        <p:spPr>
          <a:xfrm>
            <a:off x="8092440" y="1133856"/>
            <a:ext cx="4069080" cy="1664208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10" name="cloud5-5"/>
          <p:cNvSpPr/>
          <p:nvPr/>
        </p:nvSpPr>
        <p:spPr>
          <a:xfrm>
            <a:off x="8732520" y="164592"/>
            <a:ext cx="3017520" cy="1280160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11" name="sun"/>
          <p:cNvSpPr/>
          <p:nvPr/>
        </p:nvSpPr>
        <p:spPr>
          <a:xfrm>
            <a:off x="4828032" y="1371600"/>
            <a:ext cx="1005840" cy="1005840"/>
          </a:xfrm>
          <a:prstGeom prst="ellipse">
            <a:avLst/>
          </a:prstGeom>
          <a:solidFill>
            <a:srgbClr val="E3B341">
              <a:alpha val="92000"/>
            </a:srgbClr>
          </a:solidFill>
          <a:ln/>
        </p:spPr>
      </p:sp>
      <p:sp>
        <p:nvSpPr>
          <p:cNvPr id="12" name="ground"/>
          <p:cNvSpPr/>
          <p:nvPr/>
        </p:nvSpPr>
        <p:spPr>
          <a:xfrm>
            <a:off x="0" y="5074920"/>
            <a:ext cx="12188952" cy="14630"/>
          </a:xfrm>
          <a:prstGeom prst="rect">
            <a:avLst/>
          </a:prstGeom>
          <a:solidFill>
            <a:srgbClr val="F5EDDC">
              <a:alpha val="55000"/>
            </a:srgbClr>
          </a:solidFill>
          <a:ln/>
        </p:spPr>
      </p:sp>
      <p:sp>
        <p:nvSpPr>
          <p:cNvPr id="13" name="lamp-pole"/>
          <p:cNvSpPr/>
          <p:nvPr/>
        </p:nvSpPr>
        <p:spPr>
          <a:xfrm>
            <a:off x="11430000" y="2103120"/>
            <a:ext cx="68580" cy="2971800"/>
          </a:xfrm>
          <a:prstGeom prst="rect">
            <a:avLst/>
          </a:prstGeom>
          <a:solidFill>
            <a:srgbClr val="0E0D0C"/>
          </a:solidFill>
          <a:ln/>
        </p:spPr>
      </p:sp>
      <p:sp>
        <p:nvSpPr>
          <p:cNvPr id="14" name="lamp-arm"/>
          <p:cNvSpPr/>
          <p:nvPr/>
        </p:nvSpPr>
        <p:spPr>
          <a:xfrm>
            <a:off x="10716768" y="2084832"/>
            <a:ext cx="786384" cy="64008"/>
          </a:xfrm>
          <a:prstGeom prst="rect">
            <a:avLst/>
          </a:prstGeom>
          <a:solidFill>
            <a:srgbClr val="0E0D0C"/>
          </a:solidFill>
          <a:ln/>
        </p:spPr>
      </p:sp>
      <p:sp>
        <p:nvSpPr>
          <p:cNvPr id="15" name="lamp-head"/>
          <p:cNvSpPr/>
          <p:nvPr/>
        </p:nvSpPr>
        <p:spPr>
          <a:xfrm>
            <a:off x="10588752" y="2121408"/>
            <a:ext cx="310896" cy="219456"/>
          </a:xfrm>
          <a:prstGeom prst="ellipse">
            <a:avLst/>
          </a:prstGeom>
          <a:solidFill>
            <a:srgbClr val="E3B341">
              <a:alpha val="78000"/>
            </a:srgbClr>
          </a:solidFill>
          <a:ln/>
        </p:spPr>
      </p:sp>
      <p:sp>
        <p:nvSpPr>
          <p:cNvPr id="16" name="puddle"/>
          <p:cNvSpPr/>
          <p:nvPr/>
        </p:nvSpPr>
        <p:spPr>
          <a:xfrm>
            <a:off x="4791456" y="5202936"/>
            <a:ext cx="3200400" cy="384048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17" name="puddle-2"/>
          <p:cNvSpPr/>
          <p:nvPr/>
        </p:nvSpPr>
        <p:spPr>
          <a:xfrm>
            <a:off x="10012680" y="5253228"/>
            <a:ext cx="1600200" cy="310896"/>
          </a:xfrm>
          <a:prstGeom prst="ellipse">
            <a:avLst/>
          </a:prstGeom>
          <a:solidFill>
            <a:srgbClr val="1C1A17"/>
          </a:solidFill>
          <a:ln/>
        </p:spPr>
      </p:sp>
      <p:sp>
        <p:nvSpPr>
          <p:cNvPr id="18" name="glint"/>
          <p:cNvSpPr/>
          <p:nvPr/>
        </p:nvSpPr>
        <p:spPr>
          <a:xfrm>
            <a:off x="10332720" y="5303520"/>
            <a:ext cx="868680" cy="137160"/>
          </a:xfrm>
          <a:prstGeom prst="ellipse">
            <a:avLst/>
          </a:prstGeom>
          <a:solidFill>
            <a:srgbClr val="E3B341">
              <a:alpha val="42000"/>
            </a:srgbClr>
          </a:solidFill>
          <a:ln/>
        </p:spPr>
      </p:sp>
      <p:sp>
        <p:nvSpPr>
          <p:cNvPr id="19" name="rain-far-01"/>
          <p:cNvSpPr/>
          <p:nvPr/>
        </p:nvSpPr>
        <p:spPr>
          <a:xfrm rot="-806340">
            <a:off x="11714378" y="2002536"/>
            <a:ext cx="14630" cy="636422"/>
          </a:xfrm>
          <a:prstGeom prst="rect">
            <a:avLst/>
          </a:prstGeom>
          <a:solidFill>
            <a:srgbClr val="E3B341">
              <a:alpha val="18000"/>
            </a:srgbClr>
          </a:solidFill>
          <a:ln/>
        </p:spPr>
      </p:sp>
      <p:sp>
        <p:nvSpPr>
          <p:cNvPr id="20" name="rain-far-02"/>
          <p:cNvSpPr/>
          <p:nvPr/>
        </p:nvSpPr>
        <p:spPr>
          <a:xfrm rot="-979680">
            <a:off x="2195474" y="3947465"/>
            <a:ext cx="14630" cy="593446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1" name="rain-far-03"/>
          <p:cNvSpPr/>
          <p:nvPr/>
        </p:nvSpPr>
        <p:spPr>
          <a:xfrm rot="-666720">
            <a:off x="3443630" y="3918204"/>
            <a:ext cx="14630" cy="747979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2" name="rain-far-04"/>
          <p:cNvSpPr/>
          <p:nvPr/>
        </p:nvSpPr>
        <p:spPr>
          <a:xfrm rot="-693780">
            <a:off x="4753966" y="1509674"/>
            <a:ext cx="14630" cy="615391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3" name="rain-far-05"/>
          <p:cNvSpPr/>
          <p:nvPr/>
        </p:nvSpPr>
        <p:spPr>
          <a:xfrm rot="-691260">
            <a:off x="6271870" y="3783787"/>
            <a:ext cx="14630" cy="826618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4" name="rain-far-06"/>
          <p:cNvSpPr/>
          <p:nvPr/>
        </p:nvSpPr>
        <p:spPr>
          <a:xfrm rot="-899520">
            <a:off x="8332013" y="3049524"/>
            <a:ext cx="14630" cy="703174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5" name="rain-far-07"/>
          <p:cNvSpPr/>
          <p:nvPr/>
        </p:nvSpPr>
        <p:spPr>
          <a:xfrm rot="-730020">
            <a:off x="1627632" y="3707892"/>
            <a:ext cx="14630" cy="588874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6" name="rain-far-08"/>
          <p:cNvSpPr/>
          <p:nvPr/>
        </p:nvSpPr>
        <p:spPr>
          <a:xfrm rot="-862560">
            <a:off x="3487522" y="1726387"/>
            <a:ext cx="14630" cy="666598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7" name="rain-far-09"/>
          <p:cNvSpPr/>
          <p:nvPr/>
        </p:nvSpPr>
        <p:spPr>
          <a:xfrm rot="-710580">
            <a:off x="1417320" y="1715414"/>
            <a:ext cx="14630" cy="866851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8" name="rain-far-10"/>
          <p:cNvSpPr/>
          <p:nvPr/>
        </p:nvSpPr>
        <p:spPr>
          <a:xfrm rot="-843480">
            <a:off x="7819034" y="3922776"/>
            <a:ext cx="14630" cy="708660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29" name="rain-far-11"/>
          <p:cNvSpPr/>
          <p:nvPr/>
        </p:nvSpPr>
        <p:spPr>
          <a:xfrm rot="-978240">
            <a:off x="4253789" y="4152290"/>
            <a:ext cx="14630" cy="766267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0" name="rain-far-12"/>
          <p:cNvSpPr/>
          <p:nvPr/>
        </p:nvSpPr>
        <p:spPr>
          <a:xfrm rot="-748920">
            <a:off x="6058814" y="3845052"/>
            <a:ext cx="14630" cy="835762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1" name="rain-far-13"/>
          <p:cNvSpPr/>
          <p:nvPr/>
        </p:nvSpPr>
        <p:spPr>
          <a:xfrm rot="-856320">
            <a:off x="8400593" y="2849270"/>
            <a:ext cx="14630" cy="849478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2" name="rain-far-14"/>
          <p:cNvSpPr/>
          <p:nvPr/>
        </p:nvSpPr>
        <p:spPr>
          <a:xfrm rot="-820800">
            <a:off x="203911" y="4285793"/>
            <a:ext cx="14630" cy="768096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3" name="rain-far-15"/>
          <p:cNvSpPr/>
          <p:nvPr/>
        </p:nvSpPr>
        <p:spPr>
          <a:xfrm rot="-1011960">
            <a:off x="8986723" y="1594714"/>
            <a:ext cx="14630" cy="633679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4" name="rain-far-16"/>
          <p:cNvSpPr/>
          <p:nvPr/>
        </p:nvSpPr>
        <p:spPr>
          <a:xfrm rot="-710880">
            <a:off x="5012741" y="2746858"/>
            <a:ext cx="14630" cy="761695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5" name="rain-far-17"/>
          <p:cNvSpPr/>
          <p:nvPr/>
        </p:nvSpPr>
        <p:spPr>
          <a:xfrm rot="-921000">
            <a:off x="6986930" y="2818181"/>
            <a:ext cx="14630" cy="655625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6" name="rain-far-18"/>
          <p:cNvSpPr/>
          <p:nvPr/>
        </p:nvSpPr>
        <p:spPr>
          <a:xfrm rot="-777120">
            <a:off x="8938260" y="2359152"/>
            <a:ext cx="14630" cy="600761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7" name="rain-far-19"/>
          <p:cNvSpPr/>
          <p:nvPr/>
        </p:nvSpPr>
        <p:spPr>
          <a:xfrm rot="-773400">
            <a:off x="5666537" y="2029054"/>
            <a:ext cx="14630" cy="689458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8" name="rain-far-20"/>
          <p:cNvSpPr/>
          <p:nvPr/>
        </p:nvSpPr>
        <p:spPr>
          <a:xfrm rot="-750480">
            <a:off x="5570525" y="3159252"/>
            <a:ext cx="14630" cy="707746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39" name="rain-far-21"/>
          <p:cNvSpPr/>
          <p:nvPr/>
        </p:nvSpPr>
        <p:spPr>
          <a:xfrm rot="-889380">
            <a:off x="11558930" y="4042562"/>
            <a:ext cx="14630" cy="613562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40" name="rain-far-22"/>
          <p:cNvSpPr/>
          <p:nvPr/>
        </p:nvSpPr>
        <p:spPr>
          <a:xfrm rot="-726180">
            <a:off x="2890418" y="4129430"/>
            <a:ext cx="14630" cy="670255"/>
          </a:xfrm>
          <a:prstGeom prst="rect">
            <a:avLst/>
          </a:prstGeom>
          <a:solidFill>
            <a:srgbClr val="F5EDDC">
              <a:alpha val="18000"/>
            </a:srgbClr>
          </a:solidFill>
          <a:ln/>
        </p:spPr>
      </p:sp>
      <p:sp>
        <p:nvSpPr>
          <p:cNvPr id="41" name="rain-mid-01"/>
          <p:cNvSpPr/>
          <p:nvPr/>
        </p:nvSpPr>
        <p:spPr>
          <a:xfrm rot="-712260">
            <a:off x="1710842" y="2422246"/>
            <a:ext cx="23774" cy="1103681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2" name="rain-mid-02"/>
          <p:cNvSpPr/>
          <p:nvPr/>
        </p:nvSpPr>
        <p:spPr>
          <a:xfrm rot="-756540">
            <a:off x="8484718" y="1629461"/>
            <a:ext cx="23774" cy="1261872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3" name="rain-mid-03"/>
          <p:cNvSpPr/>
          <p:nvPr/>
        </p:nvSpPr>
        <p:spPr>
          <a:xfrm rot="-797580">
            <a:off x="7797089" y="2731313"/>
            <a:ext cx="23774" cy="1018642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4" name="rain-mid-04"/>
          <p:cNvSpPr/>
          <p:nvPr/>
        </p:nvSpPr>
        <p:spPr>
          <a:xfrm rot="-677160">
            <a:off x="6216091" y="2772461"/>
            <a:ext cx="23774" cy="1294790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5" name="rain-mid-05"/>
          <p:cNvSpPr/>
          <p:nvPr/>
        </p:nvSpPr>
        <p:spPr>
          <a:xfrm rot="-788460">
            <a:off x="627278" y="3417113"/>
            <a:ext cx="23774" cy="980237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6" name="rain-mid-06"/>
          <p:cNvSpPr/>
          <p:nvPr/>
        </p:nvSpPr>
        <p:spPr>
          <a:xfrm rot="-728580">
            <a:off x="2074774" y="1907438"/>
            <a:ext cx="23774" cy="1058875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7" name="rain-mid-07"/>
          <p:cNvSpPr/>
          <p:nvPr/>
        </p:nvSpPr>
        <p:spPr>
          <a:xfrm rot="-675600">
            <a:off x="5648249" y="1279246"/>
            <a:ext cx="23774" cy="1091794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8" name="rain-mid-08"/>
          <p:cNvSpPr/>
          <p:nvPr/>
        </p:nvSpPr>
        <p:spPr>
          <a:xfrm rot="-930840">
            <a:off x="6300216" y="1516990"/>
            <a:ext cx="23774" cy="1264615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49" name="rain-mid-09"/>
          <p:cNvSpPr/>
          <p:nvPr/>
        </p:nvSpPr>
        <p:spPr>
          <a:xfrm rot="-960420">
            <a:off x="866851" y="2652674"/>
            <a:ext cx="23774" cy="1351483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50" name="rain-mid-10"/>
          <p:cNvSpPr/>
          <p:nvPr/>
        </p:nvSpPr>
        <p:spPr>
          <a:xfrm rot="-953640">
            <a:off x="2195474" y="2078431"/>
            <a:ext cx="23774" cy="980237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51" name="rain-mid-11"/>
          <p:cNvSpPr/>
          <p:nvPr/>
        </p:nvSpPr>
        <p:spPr>
          <a:xfrm rot="-929100">
            <a:off x="9199778" y="1814170"/>
            <a:ext cx="23774" cy="1337767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52" name="rain-mid-12"/>
          <p:cNvSpPr/>
          <p:nvPr/>
        </p:nvSpPr>
        <p:spPr>
          <a:xfrm rot="-728940">
            <a:off x="1803197" y="2865730"/>
            <a:ext cx="23774" cy="1145743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53" name="rain-mid-13"/>
          <p:cNvSpPr/>
          <p:nvPr/>
        </p:nvSpPr>
        <p:spPr>
          <a:xfrm rot="-753240">
            <a:off x="9108338" y="1356055"/>
            <a:ext cx="23774" cy="1019556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54" name="rain-mid-14"/>
          <p:cNvSpPr/>
          <p:nvPr/>
        </p:nvSpPr>
        <p:spPr>
          <a:xfrm rot="-856860">
            <a:off x="671170" y="2651760"/>
            <a:ext cx="23774" cy="1260043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55" name="rain-mid-15"/>
          <p:cNvSpPr/>
          <p:nvPr/>
        </p:nvSpPr>
        <p:spPr>
          <a:xfrm rot="-816780">
            <a:off x="1906524" y="1984248"/>
            <a:ext cx="23774" cy="1042416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56" name="rain-mid-16"/>
          <p:cNvSpPr/>
          <p:nvPr/>
        </p:nvSpPr>
        <p:spPr>
          <a:xfrm rot="-705600">
            <a:off x="11486693" y="2088490"/>
            <a:ext cx="23774" cy="1118311"/>
          </a:xfrm>
          <a:prstGeom prst="rect">
            <a:avLst/>
          </a:prstGeom>
          <a:solidFill>
            <a:srgbClr val="E3B341">
              <a:alpha val="32000"/>
            </a:srgbClr>
          </a:solidFill>
          <a:ln/>
        </p:spPr>
      </p:sp>
      <p:sp>
        <p:nvSpPr>
          <p:cNvPr id="57" name="rain-mid-17"/>
          <p:cNvSpPr/>
          <p:nvPr/>
        </p:nvSpPr>
        <p:spPr>
          <a:xfrm rot="-682980">
            <a:off x="8628278" y="2592324"/>
            <a:ext cx="23774" cy="997610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58" name="rain-mid-18"/>
          <p:cNvSpPr/>
          <p:nvPr/>
        </p:nvSpPr>
        <p:spPr>
          <a:xfrm rot="-821280">
            <a:off x="3702406" y="3968496"/>
            <a:ext cx="23774" cy="1064362"/>
          </a:xfrm>
          <a:prstGeom prst="rect">
            <a:avLst/>
          </a:prstGeom>
          <a:solidFill>
            <a:srgbClr val="F5EDDC">
              <a:alpha val="32000"/>
            </a:srgbClr>
          </a:solidFill>
          <a:ln/>
        </p:spPr>
      </p:sp>
      <p:sp>
        <p:nvSpPr>
          <p:cNvPr id="59" name="rain-near-01"/>
          <p:cNvSpPr/>
          <p:nvPr/>
        </p:nvSpPr>
        <p:spPr>
          <a:xfrm rot="-978180">
            <a:off x="3546958" y="2509114"/>
            <a:ext cx="40234" cy="1810512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0" name="rain-near-02"/>
          <p:cNvSpPr/>
          <p:nvPr/>
        </p:nvSpPr>
        <p:spPr>
          <a:xfrm rot="-893460">
            <a:off x="2935224" y="3198571"/>
            <a:ext cx="40234" cy="1706270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1" name="rain-near-03"/>
          <p:cNvSpPr/>
          <p:nvPr/>
        </p:nvSpPr>
        <p:spPr>
          <a:xfrm rot="-762900">
            <a:off x="7289597" y="850392"/>
            <a:ext cx="40234" cy="1763878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2" name="rain-near-04"/>
          <p:cNvSpPr/>
          <p:nvPr/>
        </p:nvSpPr>
        <p:spPr>
          <a:xfrm rot="-833100">
            <a:off x="1096366" y="3032150"/>
            <a:ext cx="40234" cy="1802282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3" name="rain-near-05"/>
          <p:cNvSpPr/>
          <p:nvPr/>
        </p:nvSpPr>
        <p:spPr>
          <a:xfrm rot="-672960">
            <a:off x="7015277" y="499262"/>
            <a:ext cx="40234" cy="1947672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4" name="rain-near-06"/>
          <p:cNvSpPr/>
          <p:nvPr/>
        </p:nvSpPr>
        <p:spPr>
          <a:xfrm rot="-686520">
            <a:off x="5554980" y="540410"/>
            <a:ext cx="40234" cy="1982419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5" name="rain-near-07"/>
          <p:cNvSpPr/>
          <p:nvPr/>
        </p:nvSpPr>
        <p:spPr>
          <a:xfrm rot="-950220">
            <a:off x="6639458" y="854964"/>
            <a:ext cx="40234" cy="1827886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6" name="rain-near-08"/>
          <p:cNvSpPr/>
          <p:nvPr/>
        </p:nvSpPr>
        <p:spPr>
          <a:xfrm rot="-879060">
            <a:off x="6505042" y="2921508"/>
            <a:ext cx="40234" cy="1714500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7" name="rain-near-09"/>
          <p:cNvSpPr/>
          <p:nvPr/>
        </p:nvSpPr>
        <p:spPr>
          <a:xfrm rot="-763020">
            <a:off x="5762549" y="2187245"/>
            <a:ext cx="40234" cy="2090318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8" name="rain-near-10"/>
          <p:cNvSpPr/>
          <p:nvPr/>
        </p:nvSpPr>
        <p:spPr>
          <a:xfrm rot="-991020">
            <a:off x="5437937" y="2384755"/>
            <a:ext cx="40234" cy="2130552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69" name="rain-near-11"/>
          <p:cNvSpPr/>
          <p:nvPr/>
        </p:nvSpPr>
        <p:spPr>
          <a:xfrm rot="-816480">
            <a:off x="9459468" y="2649931"/>
            <a:ext cx="40234" cy="1776679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70" name="rain-near-12"/>
          <p:cNvSpPr/>
          <p:nvPr/>
        </p:nvSpPr>
        <p:spPr>
          <a:xfrm rot="-702600">
            <a:off x="4993538" y="2991002"/>
            <a:ext cx="40234" cy="2082089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71" name="rain-near-13"/>
          <p:cNvSpPr/>
          <p:nvPr/>
        </p:nvSpPr>
        <p:spPr>
          <a:xfrm rot="-966420">
            <a:off x="8838590" y="2123237"/>
            <a:ext cx="40234" cy="1907438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72" name="rain-near-14"/>
          <p:cNvSpPr/>
          <p:nvPr/>
        </p:nvSpPr>
        <p:spPr>
          <a:xfrm rot="-915660">
            <a:off x="2946197" y="2296973"/>
            <a:ext cx="40234" cy="2170786"/>
          </a:xfrm>
          <a:prstGeom prst="rect">
            <a:avLst/>
          </a:prstGeom>
          <a:solidFill>
            <a:srgbClr val="F5EDDC">
              <a:alpha val="50000"/>
            </a:srgbClr>
          </a:solidFill>
          <a:ln/>
        </p:spPr>
      </p:sp>
      <p:sp>
        <p:nvSpPr>
          <p:cNvPr id="73" name="title"/>
          <p:cNvSpPr/>
          <p:nvPr/>
        </p:nvSpPr>
        <p:spPr>
          <a:xfrm>
            <a:off x="777240" y="5760720"/>
            <a:ext cx="10607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EDDC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雨会停，光会留下</a:t>
            </a:r>
            <a:endParaRPr lang="en-US" sz="5400" dirty="0"/>
          </a:p>
        </p:txBody>
      </p:sp>
      <p:sp>
        <p:nvSpPr>
          <p:cNvPr id="74" name="stamp-time-5"/>
          <p:cNvSpPr/>
          <p:nvPr/>
        </p:nvSpPr>
        <p:spPr>
          <a:xfrm>
            <a:off x="777240" y="475488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A79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19:20</a:t>
            </a:r>
            <a:endParaRPr lang="en-US" sz="2800" dirty="0"/>
          </a:p>
        </p:txBody>
      </p:sp>
      <p:sp>
        <p:nvSpPr>
          <p:cNvPr id="75" name="stamp-label-5"/>
          <p:cNvSpPr/>
          <p:nvPr/>
        </p:nvSpPr>
        <p:spPr>
          <a:xfrm>
            <a:off x="777240" y="1005840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79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第五幕 · 收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6" fill="hold">
                      <p:stCondLst>
                        <p:cond delay="0"/>
                      </p:stCondLst>
                      <p:childTnLst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afterEffect">
                                  <p:stCondLst>
                                    <p:cond delay="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afterEffect">
                                  <p:stCondLst>
                                    <p:cond delay="4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afterEffect">
                                  <p:stCondLst>
                                    <p:cond delay="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afterEffect">
                                  <p:stCondLst>
                                    <p:cond delay="5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9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afterEffect">
                                  <p:stCondLst>
                                    <p:cond delay="6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9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nodeType="after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9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afterEffect">
                                  <p:stCondLst>
                                    <p:cond delay="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9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nodeType="afterEffect">
                                  <p:stCondLst>
                                    <p:cond delay="8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afterEffect">
                                  <p:stCondLst>
                                    <p:cond delay="8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9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nodeType="afterEffect">
                                  <p:stCondLst>
                                    <p:cond delay="9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9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nodeType="afterEffect">
                                  <p:stCondLst>
                                    <p:cond delay="10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9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afterEffect">
                                  <p:stCondLst>
                                    <p:cond delay="1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9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nodeType="afterEffect">
                                  <p:stCondLst>
                                    <p:cond delay="11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9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afterEffect">
                                  <p:stCondLst>
                                    <p:cond delay="12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9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nodeType="after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9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afterEffect">
                                  <p:stCondLst>
                                    <p:cond delay="13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9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nodeType="afterEffect">
                                  <p:stCondLst>
                                    <p:cond delay="14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9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nodeType="afterEffect">
                                  <p:stCondLst>
                                    <p:cond delay="14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9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nodeType="afterEffect">
                                  <p:stCondLst>
                                    <p:cond delay="1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9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nodeType="afterEffect">
                                  <p:stCondLst>
                                    <p:cond delay="1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9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nodeType="afterEffect">
                                  <p:stCondLst>
                                    <p:cond delay="16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9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xit" presetSubtype="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9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nodeType="afterEffect">
                                  <p:stCondLst>
                                    <p:cond delay="15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9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nodeType="afterEffect">
                                  <p:stCondLst>
                                    <p:cond delay="16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9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nodeType="afterEffect">
                                  <p:stCondLst>
                                    <p:cond delay="1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9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xit" presetSubtype="0" fill="hold" nodeType="afterEffect">
                                  <p:stCondLst>
                                    <p:cond delay="17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9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nodeType="after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9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nodeType="afterEffect">
                                  <p:stCondLst>
                                    <p:cond delay="1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9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xit" presetSubtype="0" fill="hold" nodeType="afterEffect">
                                  <p:stCondLst>
                                    <p:cond delay="19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9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xit" presetSubtype="0" fill="hold" nodeType="afterEffect">
                                  <p:stCondLst>
                                    <p:cond delay="19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9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nodeType="afterEffect">
                                  <p:stCondLst>
                                    <p:cond delay="20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9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xit" presetSubtype="0" fill="hold" nodeType="after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9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0" presetClass="exit" presetSubtype="0" fill="hold" nodeType="afterEffect">
                                  <p:stCondLst>
                                    <p:cond delay="2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2" dur="9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0" presetClass="exit" presetSubtype="0" fill="hold" nodeType="afterEffect">
                                  <p:stCondLst>
                                    <p:cond delay="2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" dur="9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0" presetClass="exit" presetSubtype="0" fill="hold" nodeType="afterEffect">
                                  <p:stCondLst>
                                    <p:cond delay="22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" dur="9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xit" presetSubtype="0" fill="hold" nodeType="afterEffect">
                                  <p:stCondLst>
                                    <p:cond delay="23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1" dur="9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nodeType="afterEffect">
                                  <p:stCondLst>
                                    <p:cond delay="2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9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0" presetClass="exit" presetSubtype="0" fill="hold" nodeType="afterEffect">
                                  <p:stCondLst>
                                    <p:cond delay="24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9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0" presetClass="exit" presetSubtype="0" fill="hold" nodeType="afterEffect">
                                  <p:stCondLst>
                                    <p:cond delay="2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" dur="9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0" presetClass="exit" presetSubtype="0" fill="hold" nodeType="after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" dur="9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10" presetClass="exit" presetSubtype="0" fill="hold" nodeType="afterEffect">
                                  <p:stCondLst>
                                    <p:cond delay="26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6" dur="9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0" presetClass="exit" presetSubtype="0" fill="hold" nodeType="after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9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0" presetClass="exit" presetSubtype="0" fill="hold" nodeType="afterEffect">
                                  <p:stCondLst>
                                    <p:cond delay="27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9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xit" presetSubtype="0" fill="hold" nodeType="afterEffect">
                                  <p:stCondLst>
                                    <p:cond delay="28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" dur="9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0" presetClass="exit" presetSubtype="0" fill="hold" nodeType="afterEffect">
                                  <p:stCondLst>
                                    <p:cond delay="2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8" dur="9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0" presetClass="exit" presetSubtype="0" fill="hold" nodeType="afterEffect">
                                  <p:stCondLst>
                                    <p:cond delay="2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" dur="9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0" presetClass="exit" presetSubtype="0" fill="hold" nodeType="afterEffect">
                                  <p:stCondLst>
                                    <p:cond delay="30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4" dur="9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0" presetClass="exit" presetSubtype="0" fill="hold" nodeType="afterEffect">
                                  <p:stCondLst>
                                    <p:cond delay="30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7" dur="9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0" presetClass="exit" presetSubtype="0" fill="hold" nodeType="afterEffect">
                                  <p:stCondLst>
                                    <p:cond delay="31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0" dur="9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xit" presetSubtype="0" fill="hold" nodeType="afterEffect">
                                  <p:stCondLst>
                                    <p:cond delay="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9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0" presetClass="exit" presetSubtype="0" fill="hold" nodeType="afterEffect">
                                  <p:stCondLst>
                                    <p:cond delay="32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9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0" presetClass="exit" presetSubtype="0" fill="hold" nodeType="afterEffect">
                                  <p:stCondLst>
                                    <p:cond delay="3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9" dur="9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0" presetClass="exit" presetSubtype="0" fill="hold" nodeType="afterEffect">
                                  <p:stCondLst>
                                    <p:cond delay="33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2" dur="9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5" presetClass="path" presetSubtype="0" accel="50000" decel="5000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.1 0 C 0.06 0 0.03 0 0 0 E" pathEditMode="relative" ptsTypes="">
                                      <p:cBhvr>
                                        <p:cTn id="16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8" presetID="15" presetClass="path" presetSubtype="0" accel="50000" decel="5000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.13 0 C 0.078 0 0.039 0 0 0 E" pathEditMode="relative" ptsTypes="">
                                      <p:cBhvr>
                                        <p:cTn id="16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5" presetClass="path" presetSubtype="0" accel="50000" decel="5000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0.12 0 C -0.072 0 -0.036 0 0 0 E" pathEditMode="relative" ptsTypes="">
                                      <p:cBhvr>
                                        <p:cTn id="16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2" presetID="15" presetClass="path" presetSubtype="0" accel="50000" decel="5000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0.15 0 C -0.09 0 -0.045 0 0 0 E" pathEditMode="relative" ptsTypes="">
                                      <p:cBhvr>
                                        <p:cTn id="17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4" presetID="15" presetClass="path" presetSubtype="0" accel="50000" decel="5000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-0.09 0 C -0.054 0 -0.027 0 0 0 E" pathEditMode="relative" ptsTypes="">
                                      <p:cBhvr>
                                        <p:cTn id="17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9" presetID="53" presetClass="entr" presetSubtype="16" accel="50000" decel="50000" fill="hold" nodeType="after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75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6" dur="1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1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8" dur="1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8" presetClass="emph" presetSubtype="0" fill="hold" nodeType="afterEffect">
                                  <p:stCondLst>
                                    <p:cond delay="2600"/>
                                  </p:stCondLst>
                                  <p:childTnLst>
                                    <p:animRot by="21600000">
                                      <p:cBhvr>
                                        <p:cTn id="180" dur="7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83" presetID="8" presetClass="emph" presetSubtype="0" fill="hold" nodeType="afterEffect">
                                  <p:stCondLst>
                                    <p:cond delay="2600"/>
                                  </p:stCondLst>
                                  <p:childTnLst>
                                    <p:animRot by="21600000">
                                      <p:cBhvr>
                                        <p:cTn id="182" dur="7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87" presetID="42" presetClass="entr" presetSubtype="0" accel="50000" decel="50000" fill="hold" nodeType="after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7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6" dur="7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1" presetID="42" presetClass="entr" presetSubtype="0" accel="50000" decel="50000" fill="hold" nodeType="after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88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7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0" dur="7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5" presetID="42" presetClass="entr" presetSubtype="0" accel="50000" decel="50000" fill="hold" nodeType="after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92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12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4" dur="12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0D0C"/>
          </a:solidFill>
          <a:ln/>
        </p:spPr>
      </p:sp>
      <p:sp>
        <p:nvSpPr>
          <p:cNvPr id="3" name="band-1"/>
          <p:cNvSpPr/>
          <p:nvPr/>
        </p:nvSpPr>
        <p:spPr>
          <a:xfrm rot="780000">
            <a:off x="0" y="182880"/>
            <a:ext cx="12188952" cy="2560320"/>
          </a:xfrm>
          <a:prstGeom prst="rect">
            <a:avLst/>
          </a:prstGeom>
          <a:solidFill>
            <a:srgbClr val="F5EDDC">
              <a:alpha val="6000"/>
            </a:srgbClr>
          </a:solidFill>
          <a:ln/>
        </p:spPr>
      </p:sp>
      <p:sp>
        <p:nvSpPr>
          <p:cNvPr id="4" name="ground"/>
          <p:cNvSpPr/>
          <p:nvPr/>
        </p:nvSpPr>
        <p:spPr>
          <a:xfrm>
            <a:off x="0" y="5120640"/>
            <a:ext cx="12188952" cy="14630"/>
          </a:xfrm>
          <a:prstGeom prst="rect">
            <a:avLst/>
          </a:prstGeom>
          <a:solidFill>
            <a:srgbClr val="F5EDDC">
              <a:alpha val="55000"/>
            </a:srgbClr>
          </a:solidFill>
          <a:ln/>
        </p:spPr>
      </p:sp>
      <p:sp>
        <p:nvSpPr>
          <p:cNvPr id="5" name="lamp-pole"/>
          <p:cNvSpPr/>
          <p:nvPr/>
        </p:nvSpPr>
        <p:spPr>
          <a:xfrm>
            <a:off x="11430000" y="2103120"/>
            <a:ext cx="68580" cy="3017520"/>
          </a:xfrm>
          <a:prstGeom prst="rect">
            <a:avLst/>
          </a:prstGeom>
          <a:solidFill>
            <a:srgbClr val="0E0D0C"/>
          </a:solidFill>
          <a:ln/>
        </p:spPr>
      </p:sp>
      <p:sp>
        <p:nvSpPr>
          <p:cNvPr id="6" name="lamp-arm"/>
          <p:cNvSpPr/>
          <p:nvPr/>
        </p:nvSpPr>
        <p:spPr>
          <a:xfrm>
            <a:off x="10716768" y="2084832"/>
            <a:ext cx="786384" cy="64008"/>
          </a:xfrm>
          <a:prstGeom prst="rect">
            <a:avLst/>
          </a:prstGeom>
          <a:solidFill>
            <a:srgbClr val="0E0D0C"/>
          </a:solidFill>
          <a:ln/>
        </p:spPr>
      </p:sp>
      <p:sp>
        <p:nvSpPr>
          <p:cNvPr id="7" name="lamp-head"/>
          <p:cNvSpPr/>
          <p:nvPr/>
        </p:nvSpPr>
        <p:spPr>
          <a:xfrm>
            <a:off x="10588752" y="2121408"/>
            <a:ext cx="310896" cy="219456"/>
          </a:xfrm>
          <a:prstGeom prst="ellipse">
            <a:avLst/>
          </a:prstGeom>
          <a:solidFill>
            <a:srgbClr val="E3B341">
              <a:alpha val="78000"/>
            </a:srgbClr>
          </a:solidFill>
          <a:ln/>
        </p:spPr>
      </p:sp>
      <p:sp>
        <p:nvSpPr>
          <p:cNvPr id="8" name="slast-01"/>
          <p:cNvSpPr/>
          <p:nvPr/>
        </p:nvSpPr>
        <p:spPr>
          <a:xfrm rot="-848880">
            <a:off x="9045245" y="1488643"/>
            <a:ext cx="27432" cy="1258214"/>
          </a:xfrm>
          <a:prstGeom prst="rect">
            <a:avLst/>
          </a:prstGeom>
          <a:solidFill>
            <a:srgbClr val="F5EDDC">
              <a:alpha val="8000"/>
            </a:srgbClr>
          </a:solidFill>
          <a:ln/>
        </p:spPr>
      </p:sp>
      <p:sp>
        <p:nvSpPr>
          <p:cNvPr id="9" name="slast-02"/>
          <p:cNvSpPr/>
          <p:nvPr/>
        </p:nvSpPr>
        <p:spPr>
          <a:xfrm rot="-785760">
            <a:off x="5941771" y="1529791"/>
            <a:ext cx="27432" cy="1080821"/>
          </a:xfrm>
          <a:prstGeom prst="rect">
            <a:avLst/>
          </a:prstGeom>
          <a:solidFill>
            <a:srgbClr val="F5EDDC">
              <a:alpha val="14000"/>
            </a:srgbClr>
          </a:solidFill>
          <a:ln/>
        </p:spPr>
      </p:sp>
      <p:sp>
        <p:nvSpPr>
          <p:cNvPr id="10" name="slast-03"/>
          <p:cNvSpPr/>
          <p:nvPr/>
        </p:nvSpPr>
        <p:spPr>
          <a:xfrm rot="-921240">
            <a:off x="5431536" y="759866"/>
            <a:ext cx="27432" cy="1321308"/>
          </a:xfrm>
          <a:prstGeom prst="rect">
            <a:avLst/>
          </a:prstGeom>
          <a:solidFill>
            <a:srgbClr val="F5EDDC">
              <a:alpha val="14000"/>
            </a:srgbClr>
          </a:solidFill>
          <a:ln/>
        </p:spPr>
      </p:sp>
      <p:sp>
        <p:nvSpPr>
          <p:cNvPr id="11" name="slast-04"/>
          <p:cNvSpPr/>
          <p:nvPr/>
        </p:nvSpPr>
        <p:spPr>
          <a:xfrm rot="-977940">
            <a:off x="8081467" y="973836"/>
            <a:ext cx="27432" cy="1160374"/>
          </a:xfrm>
          <a:prstGeom prst="rect">
            <a:avLst/>
          </a:prstGeom>
          <a:solidFill>
            <a:srgbClr val="F5EDDC">
              <a:alpha val="8000"/>
            </a:srgbClr>
          </a:solidFill>
          <a:ln/>
        </p:spPr>
      </p:sp>
      <p:sp>
        <p:nvSpPr>
          <p:cNvPr id="12" name="slast-05"/>
          <p:cNvSpPr/>
          <p:nvPr/>
        </p:nvSpPr>
        <p:spPr>
          <a:xfrm rot="-908880">
            <a:off x="6665976" y="1323137"/>
            <a:ext cx="27432" cy="1061618"/>
          </a:xfrm>
          <a:prstGeom prst="rect">
            <a:avLst/>
          </a:prstGeom>
          <a:solidFill>
            <a:srgbClr val="F5EDDC">
              <a:alpha val="14000"/>
            </a:srgbClr>
          </a:solidFill>
          <a:ln/>
        </p:spPr>
      </p:sp>
      <p:sp>
        <p:nvSpPr>
          <p:cNvPr id="13" name="slast-06"/>
          <p:cNvSpPr/>
          <p:nvPr/>
        </p:nvSpPr>
        <p:spPr>
          <a:xfrm rot="-883140">
            <a:off x="6661404" y="1326794"/>
            <a:ext cx="27432" cy="1497787"/>
          </a:xfrm>
          <a:prstGeom prst="rect">
            <a:avLst/>
          </a:prstGeom>
          <a:solidFill>
            <a:srgbClr val="F5EDDC">
              <a:alpha val="14000"/>
            </a:srgbClr>
          </a:solidFill>
          <a:ln/>
        </p:spPr>
      </p:sp>
      <p:sp>
        <p:nvSpPr>
          <p:cNvPr id="14" name="slast-07"/>
          <p:cNvSpPr/>
          <p:nvPr/>
        </p:nvSpPr>
        <p:spPr>
          <a:xfrm rot="-842640">
            <a:off x="10359238" y="224028"/>
            <a:ext cx="27432" cy="1021385"/>
          </a:xfrm>
          <a:prstGeom prst="rect">
            <a:avLst/>
          </a:prstGeom>
          <a:solidFill>
            <a:srgbClr val="F5EDDC">
              <a:alpha val="14000"/>
            </a:srgbClr>
          </a:solidFill>
          <a:ln/>
        </p:spPr>
      </p:sp>
      <p:sp>
        <p:nvSpPr>
          <p:cNvPr id="15" name="slast-08"/>
          <p:cNvSpPr/>
          <p:nvPr/>
        </p:nvSpPr>
        <p:spPr>
          <a:xfrm rot="-861540">
            <a:off x="3345790" y="685800"/>
            <a:ext cx="27432" cy="1165860"/>
          </a:xfrm>
          <a:prstGeom prst="rect">
            <a:avLst/>
          </a:prstGeom>
          <a:solidFill>
            <a:srgbClr val="F5EDDC">
              <a:alpha val="14000"/>
            </a:srgbClr>
          </a:solidFill>
          <a:ln/>
        </p:spPr>
      </p:sp>
      <p:sp>
        <p:nvSpPr>
          <p:cNvPr id="16" name="slast-09"/>
          <p:cNvSpPr/>
          <p:nvPr/>
        </p:nvSpPr>
        <p:spPr>
          <a:xfrm rot="-793260">
            <a:off x="7733081" y="971093"/>
            <a:ext cx="27432" cy="1386230"/>
          </a:xfrm>
          <a:prstGeom prst="rect">
            <a:avLst/>
          </a:prstGeom>
          <a:solidFill>
            <a:srgbClr val="F5EDDC">
              <a:alpha val="8000"/>
            </a:srgbClr>
          </a:solidFill>
          <a:ln/>
        </p:spPr>
      </p:sp>
      <p:sp>
        <p:nvSpPr>
          <p:cNvPr id="17" name="slast-10"/>
          <p:cNvSpPr/>
          <p:nvPr/>
        </p:nvSpPr>
        <p:spPr>
          <a:xfrm rot="-757860">
            <a:off x="1060704" y="580644"/>
            <a:ext cx="27432" cy="1554480"/>
          </a:xfrm>
          <a:prstGeom prst="rect">
            <a:avLst/>
          </a:prstGeom>
          <a:solidFill>
            <a:srgbClr val="F5EDDC">
              <a:alpha val="14000"/>
            </a:srgbClr>
          </a:solidFill>
          <a:ln/>
        </p:spPr>
      </p:sp>
      <p:sp>
        <p:nvSpPr>
          <p:cNvPr id="18" name="slast-11"/>
          <p:cNvSpPr/>
          <p:nvPr/>
        </p:nvSpPr>
        <p:spPr>
          <a:xfrm rot="-766740">
            <a:off x="11378794" y="1260043"/>
            <a:ext cx="27432" cy="1479499"/>
          </a:xfrm>
          <a:prstGeom prst="rect">
            <a:avLst/>
          </a:prstGeom>
          <a:solidFill>
            <a:srgbClr val="F5EDDC">
              <a:alpha val="14000"/>
            </a:srgbClr>
          </a:solidFill>
          <a:ln/>
        </p:spPr>
      </p:sp>
      <p:sp>
        <p:nvSpPr>
          <p:cNvPr id="19" name="slast-12"/>
          <p:cNvSpPr/>
          <p:nvPr/>
        </p:nvSpPr>
        <p:spPr>
          <a:xfrm rot="-823680">
            <a:off x="11742725" y="396850"/>
            <a:ext cx="27432" cy="1508760"/>
          </a:xfrm>
          <a:prstGeom prst="rect">
            <a:avLst/>
          </a:prstGeom>
          <a:solidFill>
            <a:srgbClr val="F5EDDC">
              <a:alpha val="8000"/>
            </a:srgbClr>
          </a:solidFill>
          <a:ln/>
        </p:spPr>
      </p:sp>
      <p:sp>
        <p:nvSpPr>
          <p:cNvPr id="20" name="slast-13"/>
          <p:cNvSpPr/>
          <p:nvPr/>
        </p:nvSpPr>
        <p:spPr>
          <a:xfrm rot="-951180">
            <a:off x="3193085" y="1025957"/>
            <a:ext cx="27432" cy="967435"/>
          </a:xfrm>
          <a:prstGeom prst="rect">
            <a:avLst/>
          </a:prstGeom>
          <a:solidFill>
            <a:srgbClr val="F5EDDC">
              <a:alpha val="14000"/>
            </a:srgbClr>
          </a:solidFill>
          <a:ln/>
        </p:spPr>
      </p:sp>
      <p:sp>
        <p:nvSpPr>
          <p:cNvPr id="21" name="slast-14"/>
          <p:cNvSpPr/>
          <p:nvPr/>
        </p:nvSpPr>
        <p:spPr>
          <a:xfrm rot="-983460">
            <a:off x="3256178" y="121615"/>
            <a:ext cx="27432" cy="950976"/>
          </a:xfrm>
          <a:prstGeom prst="rect">
            <a:avLst/>
          </a:prstGeom>
          <a:solidFill>
            <a:srgbClr val="F5EDDC">
              <a:alpha val="8000"/>
            </a:srgbClr>
          </a:solidFill>
          <a:ln/>
        </p:spPr>
      </p:sp>
      <p:sp>
        <p:nvSpPr>
          <p:cNvPr id="22" name="slast-15"/>
          <p:cNvSpPr/>
          <p:nvPr/>
        </p:nvSpPr>
        <p:spPr>
          <a:xfrm rot="-1017540">
            <a:off x="11282782" y="212141"/>
            <a:ext cx="27432" cy="1474927"/>
          </a:xfrm>
          <a:prstGeom prst="rect">
            <a:avLst/>
          </a:prstGeom>
          <a:solidFill>
            <a:srgbClr val="F5EDDC">
              <a:alpha val="14000"/>
            </a:srgbClr>
          </a:solidFill>
          <a:ln/>
        </p:spPr>
      </p:sp>
      <p:sp>
        <p:nvSpPr>
          <p:cNvPr id="23" name="slast-16"/>
          <p:cNvSpPr/>
          <p:nvPr/>
        </p:nvSpPr>
        <p:spPr>
          <a:xfrm rot="-932400">
            <a:off x="1576426" y="339242"/>
            <a:ext cx="27432" cy="1538021"/>
          </a:xfrm>
          <a:prstGeom prst="rect">
            <a:avLst/>
          </a:prstGeom>
          <a:solidFill>
            <a:srgbClr val="F5EDDC">
              <a:alpha val="14000"/>
            </a:srgbClr>
          </a:solidFill>
          <a:ln/>
        </p:spPr>
      </p:sp>
      <p:sp>
        <p:nvSpPr>
          <p:cNvPr id="24" name="slast-17"/>
          <p:cNvSpPr/>
          <p:nvPr/>
        </p:nvSpPr>
        <p:spPr>
          <a:xfrm rot="-849720">
            <a:off x="11365078" y="1388974"/>
            <a:ext cx="27432" cy="1096366"/>
          </a:xfrm>
          <a:prstGeom prst="rect">
            <a:avLst/>
          </a:prstGeom>
          <a:solidFill>
            <a:srgbClr val="F5EDDC">
              <a:alpha val="8000"/>
            </a:srgbClr>
          </a:solidFill>
          <a:ln/>
        </p:spPr>
      </p:sp>
      <p:sp>
        <p:nvSpPr>
          <p:cNvPr id="25" name="slast-18"/>
          <p:cNvSpPr/>
          <p:nvPr/>
        </p:nvSpPr>
        <p:spPr>
          <a:xfrm rot="-930840">
            <a:off x="4180637" y="489204"/>
            <a:ext cx="27432" cy="1373429"/>
          </a:xfrm>
          <a:prstGeom prst="rect">
            <a:avLst/>
          </a:prstGeom>
          <a:solidFill>
            <a:srgbClr val="F5EDDC">
              <a:alpha val="14000"/>
            </a:srgbClr>
          </a:solidFill>
          <a:ln/>
        </p:spPr>
      </p:sp>
      <p:sp>
        <p:nvSpPr>
          <p:cNvPr id="26" name="slast-19"/>
          <p:cNvSpPr/>
          <p:nvPr/>
        </p:nvSpPr>
        <p:spPr>
          <a:xfrm rot="-956640">
            <a:off x="8095183" y="1172261"/>
            <a:ext cx="27432" cy="1298448"/>
          </a:xfrm>
          <a:prstGeom prst="rect">
            <a:avLst/>
          </a:prstGeom>
          <a:solidFill>
            <a:srgbClr val="F5EDDC">
              <a:alpha val="14000"/>
            </a:srgbClr>
          </a:solidFill>
          <a:ln/>
        </p:spPr>
      </p:sp>
      <p:sp>
        <p:nvSpPr>
          <p:cNvPr id="27" name="slast-20"/>
          <p:cNvSpPr/>
          <p:nvPr/>
        </p:nvSpPr>
        <p:spPr>
          <a:xfrm rot="-834420">
            <a:off x="8745322" y="108814"/>
            <a:ext cx="27432" cy="1466698"/>
          </a:xfrm>
          <a:prstGeom prst="rect">
            <a:avLst/>
          </a:prstGeom>
          <a:solidFill>
            <a:srgbClr val="F5EDDC">
              <a:alpha val="14000"/>
            </a:srgbClr>
          </a:solidFill>
          <a:ln/>
        </p:spPr>
      </p:sp>
      <p:sp>
        <p:nvSpPr>
          <p:cNvPr id="28" name="slast-21"/>
          <p:cNvSpPr/>
          <p:nvPr/>
        </p:nvSpPr>
        <p:spPr>
          <a:xfrm rot="-892560">
            <a:off x="9448495" y="328270"/>
            <a:ext cx="27432" cy="1096366"/>
          </a:xfrm>
          <a:prstGeom prst="rect">
            <a:avLst/>
          </a:prstGeom>
          <a:solidFill>
            <a:srgbClr val="F5EDDC">
              <a:alpha val="14000"/>
            </a:srgbClr>
          </a:solidFill>
          <a:ln/>
        </p:spPr>
      </p:sp>
      <p:sp>
        <p:nvSpPr>
          <p:cNvPr id="29" name="slast-22"/>
          <p:cNvSpPr/>
          <p:nvPr/>
        </p:nvSpPr>
        <p:spPr>
          <a:xfrm rot="-973140">
            <a:off x="6666890" y="125273"/>
            <a:ext cx="27432" cy="1420063"/>
          </a:xfrm>
          <a:prstGeom prst="rect">
            <a:avLst/>
          </a:prstGeom>
          <a:solidFill>
            <a:srgbClr val="F5EDDC">
              <a:alpha val="14000"/>
            </a:srgbClr>
          </a:solidFill>
          <a:ln/>
        </p:spPr>
      </p:sp>
      <p:sp>
        <p:nvSpPr>
          <p:cNvPr id="30" name="slast-23"/>
          <p:cNvSpPr/>
          <p:nvPr/>
        </p:nvSpPr>
        <p:spPr>
          <a:xfrm rot="-986460">
            <a:off x="9079078" y="292608"/>
            <a:ext cx="27432" cy="1524305"/>
          </a:xfrm>
          <a:prstGeom prst="rect">
            <a:avLst/>
          </a:prstGeom>
          <a:solidFill>
            <a:srgbClr val="F5EDDC">
              <a:alpha val="14000"/>
            </a:srgbClr>
          </a:solidFill>
          <a:ln/>
        </p:spPr>
      </p:sp>
      <p:sp>
        <p:nvSpPr>
          <p:cNvPr id="31" name="slast-24"/>
          <p:cNvSpPr/>
          <p:nvPr/>
        </p:nvSpPr>
        <p:spPr>
          <a:xfrm rot="-769620">
            <a:off x="5003597" y="590702"/>
            <a:ext cx="27432" cy="1079906"/>
          </a:xfrm>
          <a:prstGeom prst="rect">
            <a:avLst/>
          </a:prstGeom>
          <a:solidFill>
            <a:srgbClr val="F5EDDC">
              <a:alpha val="8000"/>
            </a:srgbClr>
          </a:solidFill>
          <a:ln/>
        </p:spPr>
      </p:sp>
      <p:sp>
        <p:nvSpPr>
          <p:cNvPr id="32" name="slast-25"/>
          <p:cNvSpPr/>
          <p:nvPr/>
        </p:nvSpPr>
        <p:spPr>
          <a:xfrm rot="-758160">
            <a:off x="687629" y="955548"/>
            <a:ext cx="27432" cy="1359713"/>
          </a:xfrm>
          <a:prstGeom prst="rect">
            <a:avLst/>
          </a:prstGeom>
          <a:solidFill>
            <a:srgbClr val="F5EDDC">
              <a:alpha val="14000"/>
            </a:srgbClr>
          </a:solidFill>
          <a:ln/>
        </p:spPr>
      </p:sp>
      <p:sp>
        <p:nvSpPr>
          <p:cNvPr id="33" name="slast-26"/>
          <p:cNvSpPr/>
          <p:nvPr/>
        </p:nvSpPr>
        <p:spPr>
          <a:xfrm rot="-959400">
            <a:off x="2600554" y="845820"/>
            <a:ext cx="27432" cy="1329538"/>
          </a:xfrm>
          <a:prstGeom prst="rect">
            <a:avLst/>
          </a:prstGeom>
          <a:solidFill>
            <a:srgbClr val="F5EDDC">
              <a:alpha val="14000"/>
            </a:srgbClr>
          </a:solidFill>
          <a:ln/>
        </p:spPr>
      </p:sp>
      <p:sp>
        <p:nvSpPr>
          <p:cNvPr id="34" name="title"/>
          <p:cNvSpPr/>
          <p:nvPr/>
        </p:nvSpPr>
        <p:spPr>
          <a:xfrm>
            <a:off x="822960" y="3182112"/>
            <a:ext cx="1051560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5EDDC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暴雨</a:t>
            </a:r>
            <a:endParaRPr lang="en-US" sz="12000" dirty="0"/>
          </a:p>
        </p:txBody>
      </p:sp>
      <p:sp>
        <p:nvSpPr>
          <p:cNvPr id="35" name="sub"/>
          <p:cNvSpPr/>
          <p:nvPr/>
        </p:nvSpPr>
        <p:spPr>
          <a:xfrm>
            <a:off x="822960" y="5532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79C8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18:40 — 19:20 · 六个镜头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entr" presetSubtype="1" ac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2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2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3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3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2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2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2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1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1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2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2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2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2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2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2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22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22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1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1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23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23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1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1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23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23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18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18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21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21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1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1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21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21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1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1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2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2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1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1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2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2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11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11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16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16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1" ac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13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13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53" presetClass="entr" presetSubtype="16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12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12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1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42" presetClass="entr" presetSubtype="0" accel="50000" decel="50000" fill="hold" nodeType="after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9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9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6" presetClass="emph" presetSubtype="0" accel="50000" decel="50000" fill="hold" nodeType="afterEffect">
                                  <p:stCondLst>
                                    <p:cond delay="2100"/>
                                  </p:stCondLst>
                                  <p:childTnLst>
                                    <p:animScale>
                                      <p:cBhvr>
                                        <p:cTn id="118" dur="160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暴雨</dc:title>
  <dc:subject>PptxGenJS Presentation</dc:subject>
  <dc:creator>PptxGenJS</dc:creator>
  <cp:lastModifiedBy>PptxGenJS</cp:lastModifiedBy>
  <cp:revision>1</cp:revision>
  <dcterms:created xsi:type="dcterms:W3CDTF">2026-09-13T08:33:07Z</dcterms:created>
  <dcterms:modified xsi:type="dcterms:W3CDTF">2026-09-13T08:33:07Z</dcterms:modified>
</cp:coreProperties>
</file>