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3" name="band-1"/>
          <p:cNvSpPr/>
          <p:nvPr/>
        </p:nvSpPr>
        <p:spPr>
          <a:xfrm rot="780000">
            <a:off x="0" y="91440"/>
            <a:ext cx="12188952" cy="2194560"/>
          </a:xfrm>
          <a:prstGeom prst="rect">
            <a:avLst/>
          </a:prstGeom>
          <a:solidFill>
            <a:srgbClr val="F5EDDC">
              <a:alpha val="7000"/>
            </a:srgbClr>
          </a:solidFill>
        </p:spPr>
      </p:sp>
      <p:sp>
        <p:nvSpPr>
          <p:cNvPr id="4" name="ground"/>
          <p:cNvSpPr/>
          <p:nvPr/>
        </p:nvSpPr>
        <p:spPr>
          <a:xfrm>
            <a:off x="0" y="484632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</p:spPr>
      </p:sp>
      <p:sp>
        <p:nvSpPr>
          <p:cNvPr id="5" name="lamp-pole"/>
          <p:cNvSpPr/>
          <p:nvPr/>
        </p:nvSpPr>
        <p:spPr>
          <a:xfrm>
            <a:off x="11430000" y="2103120"/>
            <a:ext cx="68580" cy="27432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6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7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</p:spPr>
      </p:sp>
      <p:sp>
        <p:nvSpPr>
          <p:cNvPr id="8" name="stamp-time-1"/>
          <p:cNvSpPr/>
          <p:nvPr/>
        </p:nvSpPr>
        <p:spPr>
          <a:xfrm>
            <a:off x="777240" y="475488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A79C8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18:40</a:t>
            </a:r>
            <a:endParaRPr lang="en-US" sz="2600" dirty="0"/>
          </a:p>
        </p:txBody>
      </p:sp>
      <p:sp>
        <p:nvSpPr>
          <p:cNvPr id="9" name="stamp-label-1"/>
          <p:cNvSpPr/>
          <p:nvPr/>
        </p:nvSpPr>
        <p:spPr>
          <a:xfrm>
            <a:off x="777240" y="100584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79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第一幕 · 起</a:t>
            </a:r>
            <a:endParaRPr lang="en-US" sz="1400" dirty="0"/>
          </a:p>
        </p:txBody>
      </p:sp>
      <p:sp>
        <p:nvSpPr>
          <p:cNvPr id="10" name="title"/>
          <p:cNvSpPr/>
          <p:nvPr/>
        </p:nvSpPr>
        <p:spPr>
          <a:xfrm>
            <a:off x="777240" y="5760720"/>
            <a:ext cx="106070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5EDD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雨还没来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Tm="6500">
        <p:fade/>
      </p:transition>
    </mc:Choice>
    <mc:Fallback>
      <p:transition spd="slow" advTm="6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accel="50000" decel="50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6" presetClass="emph" presetSubtype="0" accel="50000" decel="50000" fill="hold" nodeType="after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34" dur="16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3" name="band-1"/>
          <p:cNvSpPr/>
          <p:nvPr/>
        </p:nvSpPr>
        <p:spPr>
          <a:xfrm rot="780000">
            <a:off x="0" y="45720"/>
            <a:ext cx="12188952" cy="2651760"/>
          </a:xfrm>
          <a:prstGeom prst="rect">
            <a:avLst/>
          </a:prstGeom>
          <a:solidFill>
            <a:srgbClr val="F5EDDC">
              <a:alpha val="9000"/>
            </a:srgbClr>
          </a:solidFill>
        </p:spPr>
      </p:sp>
      <p:sp>
        <p:nvSpPr>
          <p:cNvPr id="4" name="ground"/>
          <p:cNvSpPr/>
          <p:nvPr/>
        </p:nvSpPr>
        <p:spPr>
          <a:xfrm>
            <a:off x="0" y="498348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</p:spPr>
      </p:sp>
      <p:sp>
        <p:nvSpPr>
          <p:cNvPr id="5" name="cloud-01"/>
          <p:cNvSpPr/>
          <p:nvPr/>
        </p:nvSpPr>
        <p:spPr>
          <a:xfrm>
            <a:off x="137160" y="502920"/>
            <a:ext cx="3566160" cy="65836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6" name="cloud-02"/>
          <p:cNvSpPr/>
          <p:nvPr/>
        </p:nvSpPr>
        <p:spPr>
          <a:xfrm>
            <a:off x="45720" y="1298448"/>
            <a:ext cx="3931920" cy="731520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7" name="cloud-03"/>
          <p:cNvSpPr/>
          <p:nvPr/>
        </p:nvSpPr>
        <p:spPr>
          <a:xfrm>
            <a:off x="1463040" y="2103120"/>
            <a:ext cx="3108960" cy="56692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8" name="cloud-04"/>
          <p:cNvSpPr/>
          <p:nvPr/>
        </p:nvSpPr>
        <p:spPr>
          <a:xfrm>
            <a:off x="274320" y="2788920"/>
            <a:ext cx="2834640" cy="47548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9" name="cloud-05"/>
          <p:cNvSpPr/>
          <p:nvPr/>
        </p:nvSpPr>
        <p:spPr>
          <a:xfrm>
            <a:off x="4754880" y="868680"/>
            <a:ext cx="3840480" cy="731520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0" name="cloud-06"/>
          <p:cNvSpPr/>
          <p:nvPr/>
        </p:nvSpPr>
        <p:spPr>
          <a:xfrm>
            <a:off x="8046720" y="457200"/>
            <a:ext cx="3977640" cy="694944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1" name="cloud-07"/>
          <p:cNvSpPr/>
          <p:nvPr/>
        </p:nvSpPr>
        <p:spPr>
          <a:xfrm>
            <a:off x="8686800" y="1261872"/>
            <a:ext cx="3429000" cy="621792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2" name="cloud-08"/>
          <p:cNvSpPr/>
          <p:nvPr/>
        </p:nvSpPr>
        <p:spPr>
          <a:xfrm>
            <a:off x="7680960" y="2084832"/>
            <a:ext cx="2926080" cy="530352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3" name="cloud-09"/>
          <p:cNvSpPr/>
          <p:nvPr/>
        </p:nvSpPr>
        <p:spPr>
          <a:xfrm>
            <a:off x="4206240" y="1874520"/>
            <a:ext cx="3291840" cy="603504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4" name="last-light"/>
          <p:cNvSpPr/>
          <p:nvPr/>
        </p:nvSpPr>
        <p:spPr>
          <a:xfrm rot="780000">
            <a:off x="3246120" y="2670048"/>
            <a:ext cx="5212080" cy="50292"/>
          </a:xfrm>
          <a:prstGeom prst="rect">
            <a:avLst/>
          </a:prstGeom>
          <a:solidFill>
            <a:srgbClr val="E3B341">
              <a:alpha val="88000"/>
            </a:srgbClr>
          </a:solidFill>
        </p:spPr>
      </p:sp>
      <p:sp>
        <p:nvSpPr>
          <p:cNvPr id="15" name="wind-1"/>
          <p:cNvSpPr/>
          <p:nvPr/>
        </p:nvSpPr>
        <p:spPr>
          <a:xfrm rot="780000">
            <a:off x="182880" y="566928"/>
            <a:ext cx="3840480" cy="27432"/>
          </a:xfrm>
          <a:prstGeom prst="rect">
            <a:avLst/>
          </a:prstGeom>
          <a:solidFill>
            <a:srgbClr val="F5EDDC">
              <a:alpha val="12000"/>
            </a:srgbClr>
          </a:solidFill>
        </p:spPr>
      </p:sp>
      <p:sp>
        <p:nvSpPr>
          <p:cNvPr id="16" name="wind-2"/>
          <p:cNvSpPr/>
          <p:nvPr/>
        </p:nvSpPr>
        <p:spPr>
          <a:xfrm rot="780000">
            <a:off x="91440" y="1755648"/>
            <a:ext cx="3291840" cy="23774"/>
          </a:xfrm>
          <a:prstGeom prst="rect">
            <a:avLst/>
          </a:prstGeom>
          <a:solidFill>
            <a:srgbClr val="F5EDDC">
              <a:alpha val="12000"/>
            </a:srgbClr>
          </a:solidFill>
        </p:spPr>
      </p:sp>
      <p:sp>
        <p:nvSpPr>
          <p:cNvPr id="17" name="wind-3"/>
          <p:cNvSpPr/>
          <p:nvPr/>
        </p:nvSpPr>
        <p:spPr>
          <a:xfrm rot="780000">
            <a:off x="320040" y="2871216"/>
            <a:ext cx="4206240" cy="31090"/>
          </a:xfrm>
          <a:prstGeom prst="rect">
            <a:avLst/>
          </a:prstGeom>
          <a:solidFill>
            <a:srgbClr val="F5EDDC">
              <a:alpha val="9000"/>
            </a:srgbClr>
          </a:solidFill>
        </p:spPr>
      </p:sp>
      <p:sp>
        <p:nvSpPr>
          <p:cNvPr id="18" name="wind-4"/>
          <p:cNvSpPr/>
          <p:nvPr/>
        </p:nvSpPr>
        <p:spPr>
          <a:xfrm rot="780000">
            <a:off x="45720" y="3950208"/>
            <a:ext cx="3566160" cy="25603"/>
          </a:xfrm>
          <a:prstGeom prst="rect">
            <a:avLst/>
          </a:prstGeom>
          <a:solidFill>
            <a:srgbClr val="F5EDDC">
              <a:alpha val="9000"/>
            </a:srgbClr>
          </a:solidFill>
        </p:spPr>
      </p:sp>
      <p:sp>
        <p:nvSpPr>
          <p:cNvPr id="19" name="lamp-pole"/>
          <p:cNvSpPr/>
          <p:nvPr/>
        </p:nvSpPr>
        <p:spPr>
          <a:xfrm>
            <a:off x="11430000" y="2103120"/>
            <a:ext cx="68580" cy="288036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20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21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</p:spPr>
      </p:sp>
      <p:sp>
        <p:nvSpPr>
          <p:cNvPr id="22" name="stamp-time-2"/>
          <p:cNvSpPr/>
          <p:nvPr/>
        </p:nvSpPr>
        <p:spPr>
          <a:xfrm>
            <a:off x="777240" y="475488"/>
            <a:ext cx="17922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9C8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18:47</a:t>
            </a:r>
            <a:endParaRPr lang="en-US" sz="2400" dirty="0"/>
          </a:p>
        </p:txBody>
      </p:sp>
      <p:sp>
        <p:nvSpPr>
          <p:cNvPr id="23" name="stamp-label-2"/>
          <p:cNvSpPr/>
          <p:nvPr/>
        </p:nvSpPr>
        <p:spPr>
          <a:xfrm>
            <a:off x="777240" y="1005840"/>
            <a:ext cx="1792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79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第二幕 · 聚</a:t>
            </a:r>
            <a:endParaRPr lang="en-US" sz="1400" dirty="0"/>
          </a:p>
        </p:txBody>
      </p:sp>
      <p:sp>
        <p:nvSpPr>
          <p:cNvPr id="24" name="title"/>
          <p:cNvSpPr/>
          <p:nvPr/>
        </p:nvSpPr>
        <p:spPr>
          <a:xfrm>
            <a:off x="777240" y="5760720"/>
            <a:ext cx="106070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EDD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风比雨先到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 advTm="5699">
        <p159:morph option="byObject"/>
      </p:transition>
    </mc:Choice>
    <mc:Fallback>
      <p:transition spd="slow" advTm="569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 -0.07 C -0.304 -0.07 -0.152 -0.024 0 0 E" pathEditMode="relative" ptsTypes="">
                                      <p:cBhvr>
                                        <p:cTn id="6" dur="3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360000">
                                      <p:cBhvr>
                                        <p:cTn id="9" dur="3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0"/>
                            </p:stCondLst>
                            <p:childTnLst>
                              <p:par>
                                <p:cTn id="11" presetID="15" presetClass="path" presetSubtype="0" accel="50000" decel="50000" fill="hold" nodeType="after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-0.49 -0.07 C -0.323 -0.07 -0.162 -0.024 0 0 E" pathEditMode="relative" ptsTypes="">
                                      <p:cBhvr>
                                        <p:cTn id="12" dur="3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730"/>
                            </p:stCondLst>
                            <p:childTnLst>
                              <p:par>
                                <p:cTn id="14" presetID="8" presetClass="emph" presetSubtype="0" fill="hold" nodeType="afterEffect">
                                  <p:stCondLst>
                                    <p:cond delay="230"/>
                                  </p:stCondLst>
                                  <p:childTnLst>
                                    <p:animRot by="-300000">
                                      <p:cBhvr>
                                        <p:cTn id="15" dur="3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460"/>
                            </p:stCondLst>
                            <p:childTnLst>
                              <p:par>
                                <p:cTn id="17" presetID="15" presetClass="path" presetSubtype="0" accel="50000" decel="5000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-0.52 -0.07 C -0.343 -0.07 -0.172 -0.024 0 0 E" pathEditMode="relative" ptsTypes="">
                                      <p:cBhvr>
                                        <p:cTn id="18" dur="2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920"/>
                            </p:stCondLst>
                            <p:childTnLst>
                              <p:par>
                                <p:cTn id="20" presetID="8" presetClass="emph" presetSubtype="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animRot by="480000">
                                      <p:cBhvr>
                                        <p:cTn id="21" dur="2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380"/>
                            </p:stCondLst>
                            <p:childTnLst>
                              <p:par>
                                <p:cTn id="23" presetID="15" presetClass="path" presetSubtype="0" accel="50000" decel="50000" fill="hold" nodeType="after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-0.55 -0.07 C -0.363 -0.07 -0.182 -0.024 0 0 E" pathEditMode="relative" ptsTypes="">
                                      <p:cBhvr>
                                        <p:cTn id="2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70"/>
                            </p:stCondLst>
                            <p:childTnLst>
                              <p:par>
                                <p:cTn id="26" presetID="8" presetClass="emph" presetSubtype="0" fill="hold" nodeType="afterEffect">
                                  <p:stCondLst>
                                    <p:cond delay="690"/>
                                  </p:stCondLst>
                                  <p:childTnLst>
                                    <p:animRot by="-240000">
                                      <p:cBhvr>
                                        <p:cTn id="2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760"/>
                            </p:stCondLst>
                            <p:childTnLst>
                              <p:par>
                                <p:cTn id="29" presetID="15" presetClass="path" presetSubtype="0" accel="50000" decel="50000" fill="hold" nodeType="after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-0.58 -0.07 C -0.383 -0.07 -0.191 -0.024 0 0 E" pathEditMode="relative" ptsTypes="">
                                      <p:cBhvr>
                                        <p:cTn id="30" dur="3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3180"/>
                            </p:stCondLst>
                            <p:childTnLst>
                              <p:par>
                                <p:cTn id="32" presetID="8" presetClass="emph" presetSubtype="0" fill="hold" nodeType="afterEffect">
                                  <p:stCondLst>
                                    <p:cond delay="920"/>
                                  </p:stCondLst>
                                  <p:childTnLst>
                                    <p:animRot by="300000">
                                      <p:cBhvr>
                                        <p:cTn id="33" dur="3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600"/>
                            </p:stCondLst>
                            <p:childTnLst>
                              <p:par>
                                <p:cTn id="35" presetID="15" presetClass="path" presetSubtype="0" accel="50000" decel="50000" fill="hold" nodeType="after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.61 -0.07 C 0.403 -0.07 0.201 -0.024 0 0 E" pathEditMode="relative" ptsTypes="">
                                      <p:cBhvr>
                                        <p:cTn id="36" dur="3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250"/>
                            </p:stCondLst>
                            <p:childTnLst>
                              <p:par>
                                <p:cTn id="38" presetID="8" presetClass="emph" presetSubtype="0" fill="hold" nodeType="afterEffect">
                                  <p:stCondLst>
                                    <p:cond delay="1150"/>
                                  </p:stCondLst>
                                  <p:childTnLst>
                                    <p:animRot by="-360000">
                                      <p:cBhvr>
                                        <p:cTn id="39" dur="3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900"/>
                            </p:stCondLst>
                            <p:childTnLst>
                              <p:par>
                                <p:cTn id="41" presetID="15" presetClass="path" presetSubtype="0" accel="50000" decel="50000" fill="hold" nodeType="afterEffect">
                                  <p:stCondLst>
                                    <p:cond delay="1380"/>
                                  </p:stCondLst>
                                  <p:childTnLst>
                                    <p:animMotion origin="layout" path="M 0.64 -0.07 C 0.422 -0.07 0.211 -0.024 0 0 E" pathEditMode="relative" ptsTypes="">
                                      <p:cBhvr>
                                        <p:cTn id="42" dur="2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1280"/>
                            </p:stCondLst>
                            <p:childTnLst>
                              <p:par>
                                <p:cTn id="44" presetID="8" presetClass="emph" presetSubtype="0" fill="hold" nodeType="afterEffect">
                                  <p:stCondLst>
                                    <p:cond delay="1380"/>
                                  </p:stCondLst>
                                  <p:childTnLst>
                                    <p:animRot by="300000">
                                      <p:cBhvr>
                                        <p:cTn id="45" dur="2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660"/>
                            </p:stCondLst>
                            <p:childTnLst>
                              <p:par>
                                <p:cTn id="47" presetID="15" presetClass="path" presetSubtype="0" accel="50000" decel="50000" fill="hold" nodeType="afterEffect">
                                  <p:stCondLst>
                                    <p:cond delay="1610"/>
                                  </p:stCondLst>
                                  <p:childTnLst>
                                    <p:animMotion origin="layout" path="M 0.67 -0.07 C 0.442 -0.07 0.221 -0.024 0 0 E" pathEditMode="relative" ptsTypes="">
                                      <p:cBhvr>
                                        <p:cTn id="48" dur="3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770"/>
                            </p:stCondLst>
                            <p:childTnLst>
                              <p:par>
                                <p:cTn id="50" presetID="8" presetClass="emph" presetSubtype="0" fill="hold" nodeType="afterEffect">
                                  <p:stCondLst>
                                    <p:cond delay="1610"/>
                                  </p:stCondLst>
                                  <p:childTnLst>
                                    <p:animRot by="-420000">
                                      <p:cBhvr>
                                        <p:cTn id="51" dur="3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880"/>
                            </p:stCondLst>
                            <p:childTnLst>
                              <p:par>
                                <p:cTn id="53" presetID="15" presetClass="path" presetSubtype="0" accel="50000" decel="50000" fill="hold" nodeType="afterEffect">
                                  <p:stCondLst>
                                    <p:cond delay="1840"/>
                                  </p:stCondLst>
                                  <p:childTnLst>
                                    <p:animMotion origin="layout" path="M 0.7 -0.07 C 0.462 -0.07 0.231 -0.024 0 0 E" pathEditMode="relative" ptsTypes="">
                                      <p:cBhvr>
                                        <p:cTn id="54" dur="3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1720"/>
                            </p:stCondLst>
                            <p:childTnLst>
                              <p:par>
                                <p:cTn id="56" presetID="8" presetClass="emph" presetSubtype="0" fill="hold" nodeType="afterEffect">
                                  <p:stCondLst>
                                    <p:cond delay="1840"/>
                                  </p:stCondLst>
                                  <p:childTnLst>
                                    <p:animRot by="240000">
                                      <p:cBhvr>
                                        <p:cTn id="57" dur="3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7560"/>
                            </p:stCondLst>
                            <p:childTnLst>
                              <p:par>
                                <p:cTn id="59" presetID="15" presetClass="path" presetSubtype="0" accel="50000" decel="50000" fill="hold" nodeType="afterEffect">
                                  <p:stCondLst>
                                    <p:cond delay="620"/>
                                  </p:stCondLst>
                                  <p:childTnLst>
                                    <p:animMotion origin="layout" path="M -0.3 0 C -0.18 0.02 -0.075 -0.03 0 0 E" pathEditMode="relative" ptsTypes="">
                                      <p:cBhvr>
                                        <p:cTn id="60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0680"/>
                            </p:stCondLst>
                            <p:childTnLst>
                              <p:par>
                                <p:cTn id="62" presetID="1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38 0 C 0.228 0.02 0.095 -0.03 0 0 E" pathEditMode="relative" ptsTypes="">
                                      <p:cBhvr>
                                        <p:cTn id="63" dur="23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4180"/>
                            </p:stCondLst>
                            <p:childTnLst>
                              <p:par>
                                <p:cTn id="65" presetID="15" presetClass="path" presetSubtype="0" accel="50000" decel="50000" fill="hold" nodeType="afterEffect">
                                  <p:stCondLst>
                                    <p:cond delay="1380"/>
                                  </p:stCondLst>
                                  <p:childTnLst>
                                    <p:animMotion origin="layout" path="M -0.38 0 C -0.228 0.02 -0.095 -0.03 0 0 E" pathEditMode="relative" ptsTypes="">
                                      <p:cBhvr>
                                        <p:cTn id="66" dur="2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8560"/>
                            </p:stCondLst>
                            <p:childTnLst>
                              <p:par>
                                <p:cTn id="68" presetID="15" presetClass="path" presetSubtype="0" accel="50000" decel="50000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animMotion origin="layout" path="M 0.46 0 C 0.276 0.02 0.115 -0.03 0 0 E" pathEditMode="relative" ptsTypes="">
                                      <p:cBhvr>
                                        <p:cTn id="69" dur="26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3320"/>
                            </p:stCondLst>
                            <p:childTnLst>
                              <p:par>
                                <p:cTn id="71" presetID="22" presetClass="entr" presetSubtype="8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1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5120"/>
                            </p:stCondLst>
                            <p:childTnLst>
                              <p:par>
                                <p:cTn id="75" presetID="42" presetClass="entr" presetSubtype="0" accel="50000" decel="5000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6820"/>
                            </p:stCondLst>
                            <p:childTnLst>
                              <p:par>
                                <p:cTn id="80" presetID="42" presetClass="entr" presetSubtype="0" accel="50000" decel="50000" fill="hold" nodeType="after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8680"/>
                            </p:stCondLst>
                            <p:childTnLst>
                              <p:par>
                                <p:cTn id="85" presetID="42" presetClass="entr" presetSubtype="0" accel="50000" decel="50000" fill="hold" nodeType="after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3" name="band-1"/>
          <p:cNvSpPr/>
          <p:nvPr/>
        </p:nvSpPr>
        <p:spPr>
          <a:xfrm rot="780000">
            <a:off x="0" y="182880"/>
            <a:ext cx="12188952" cy="2560320"/>
          </a:xfrm>
          <a:prstGeom prst="rect">
            <a:avLst/>
          </a:prstGeom>
          <a:solidFill>
            <a:srgbClr val="F5EDDC">
              <a:alpha val="7000"/>
            </a:srgbClr>
          </a:solidFill>
        </p:spPr>
      </p:sp>
      <p:sp>
        <p:nvSpPr>
          <p:cNvPr id="4" name="ground"/>
          <p:cNvSpPr/>
          <p:nvPr/>
        </p:nvSpPr>
        <p:spPr>
          <a:xfrm>
            <a:off x="0" y="512064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</p:spPr>
      </p:sp>
      <p:sp>
        <p:nvSpPr>
          <p:cNvPr id="5" name="lamp-pole"/>
          <p:cNvSpPr/>
          <p:nvPr/>
        </p:nvSpPr>
        <p:spPr>
          <a:xfrm>
            <a:off x="11430000" y="2103120"/>
            <a:ext cx="68580" cy="301752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6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7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</p:spPr>
      </p:sp>
      <p:sp>
        <p:nvSpPr>
          <p:cNvPr id="8" name="puddle"/>
          <p:cNvSpPr/>
          <p:nvPr/>
        </p:nvSpPr>
        <p:spPr>
          <a:xfrm>
            <a:off x="4791456" y="5202936"/>
            <a:ext cx="3200400" cy="38404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9" name="puddle-2"/>
          <p:cNvSpPr/>
          <p:nvPr/>
        </p:nvSpPr>
        <p:spPr>
          <a:xfrm>
            <a:off x="10012680" y="5253228"/>
            <a:ext cx="1600200" cy="310896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0" name="glint"/>
          <p:cNvSpPr/>
          <p:nvPr/>
        </p:nvSpPr>
        <p:spPr>
          <a:xfrm>
            <a:off x="10332720" y="5303520"/>
            <a:ext cx="868680" cy="137160"/>
          </a:xfrm>
          <a:prstGeom prst="ellipse">
            <a:avLst/>
          </a:prstGeom>
          <a:solidFill>
            <a:srgbClr val="E3B341">
              <a:alpha val="42000"/>
            </a:srgbClr>
          </a:solidFill>
        </p:spPr>
      </p:sp>
      <p:sp>
        <p:nvSpPr>
          <p:cNvPr id="11" name="first-drop"/>
          <p:cNvSpPr/>
          <p:nvPr/>
        </p:nvSpPr>
        <p:spPr>
          <a:xfrm rot="-780000">
            <a:off x="6116422" y="3300984"/>
            <a:ext cx="77724" cy="2103120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2" name="ripple-1"/>
          <p:cNvSpPr/>
          <p:nvPr/>
        </p:nvSpPr>
        <p:spPr>
          <a:xfrm>
            <a:off x="5797296" y="5321808"/>
            <a:ext cx="1188720" cy="146304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13" name="ripple-2"/>
          <p:cNvSpPr/>
          <p:nvPr/>
        </p:nvSpPr>
        <p:spPr>
          <a:xfrm>
            <a:off x="5431536" y="5285232"/>
            <a:ext cx="1920240" cy="219456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14" name="ripple-3"/>
          <p:cNvSpPr/>
          <p:nvPr/>
        </p:nvSpPr>
        <p:spPr>
          <a:xfrm>
            <a:off x="5020056" y="5248656"/>
            <a:ext cx="2743200" cy="292608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15" name="ripple-4"/>
          <p:cNvSpPr/>
          <p:nvPr/>
        </p:nvSpPr>
        <p:spPr>
          <a:xfrm>
            <a:off x="5248656" y="5321808"/>
            <a:ext cx="566928" cy="109728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16" name="ripple-5"/>
          <p:cNvSpPr/>
          <p:nvPr/>
        </p:nvSpPr>
        <p:spPr>
          <a:xfrm>
            <a:off x="6775704" y="5285232"/>
            <a:ext cx="713232" cy="128016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17" name="ripple-6"/>
          <p:cNvSpPr/>
          <p:nvPr/>
        </p:nvSpPr>
        <p:spPr>
          <a:xfrm>
            <a:off x="7242048" y="5431536"/>
            <a:ext cx="502920" cy="91440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18" name="rain-far-01"/>
          <p:cNvSpPr/>
          <p:nvPr/>
        </p:nvSpPr>
        <p:spPr>
          <a:xfrm rot="-806340">
            <a:off x="11714378" y="2002536"/>
            <a:ext cx="14630" cy="636422"/>
          </a:xfrm>
          <a:prstGeom prst="rect">
            <a:avLst/>
          </a:prstGeom>
          <a:solidFill>
            <a:srgbClr val="E3B341">
              <a:alpha val="18000"/>
            </a:srgbClr>
          </a:solidFill>
        </p:spPr>
      </p:sp>
      <p:sp>
        <p:nvSpPr>
          <p:cNvPr id="19" name="rain-far-02"/>
          <p:cNvSpPr/>
          <p:nvPr/>
        </p:nvSpPr>
        <p:spPr>
          <a:xfrm rot="-979680">
            <a:off x="2195474" y="3947465"/>
            <a:ext cx="14630" cy="59344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0" name="rain-far-03"/>
          <p:cNvSpPr/>
          <p:nvPr/>
        </p:nvSpPr>
        <p:spPr>
          <a:xfrm rot="-666720">
            <a:off x="3443630" y="3918204"/>
            <a:ext cx="14630" cy="747979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1" name="rain-far-04"/>
          <p:cNvSpPr/>
          <p:nvPr/>
        </p:nvSpPr>
        <p:spPr>
          <a:xfrm rot="-693780">
            <a:off x="4753966" y="1509674"/>
            <a:ext cx="14630" cy="61539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2" name="rain-far-05"/>
          <p:cNvSpPr/>
          <p:nvPr/>
        </p:nvSpPr>
        <p:spPr>
          <a:xfrm rot="-691260">
            <a:off x="6271870" y="3783787"/>
            <a:ext cx="14630" cy="82661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3" name="rain-far-06"/>
          <p:cNvSpPr/>
          <p:nvPr/>
        </p:nvSpPr>
        <p:spPr>
          <a:xfrm rot="-899520">
            <a:off x="8332013" y="3049524"/>
            <a:ext cx="14630" cy="703174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4" name="rain-far-07"/>
          <p:cNvSpPr/>
          <p:nvPr/>
        </p:nvSpPr>
        <p:spPr>
          <a:xfrm rot="-730020">
            <a:off x="1627632" y="3707892"/>
            <a:ext cx="14630" cy="588874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5" name="rain-far-08"/>
          <p:cNvSpPr/>
          <p:nvPr/>
        </p:nvSpPr>
        <p:spPr>
          <a:xfrm rot="-862560">
            <a:off x="3487522" y="1726387"/>
            <a:ext cx="14630" cy="66659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6" name="rain-far-09"/>
          <p:cNvSpPr/>
          <p:nvPr/>
        </p:nvSpPr>
        <p:spPr>
          <a:xfrm rot="-710580">
            <a:off x="1417320" y="1715414"/>
            <a:ext cx="14630" cy="86685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7" name="rain-far-10"/>
          <p:cNvSpPr/>
          <p:nvPr/>
        </p:nvSpPr>
        <p:spPr>
          <a:xfrm rot="-843480">
            <a:off x="7819034" y="3922776"/>
            <a:ext cx="14630" cy="708660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8" name="rain-far-11"/>
          <p:cNvSpPr/>
          <p:nvPr/>
        </p:nvSpPr>
        <p:spPr>
          <a:xfrm rot="-978240">
            <a:off x="4253789" y="4152290"/>
            <a:ext cx="14630" cy="766267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9" name="rain-far-12"/>
          <p:cNvSpPr/>
          <p:nvPr/>
        </p:nvSpPr>
        <p:spPr>
          <a:xfrm rot="-748920">
            <a:off x="6058814" y="3845052"/>
            <a:ext cx="14630" cy="835762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0" name="rain-far-13"/>
          <p:cNvSpPr/>
          <p:nvPr/>
        </p:nvSpPr>
        <p:spPr>
          <a:xfrm rot="-856320">
            <a:off x="8400593" y="2849270"/>
            <a:ext cx="14630" cy="84947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1" name="rain-far-14"/>
          <p:cNvSpPr/>
          <p:nvPr/>
        </p:nvSpPr>
        <p:spPr>
          <a:xfrm rot="-820800">
            <a:off x="203911" y="4285793"/>
            <a:ext cx="14630" cy="76809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2" name="rain-far-15"/>
          <p:cNvSpPr/>
          <p:nvPr/>
        </p:nvSpPr>
        <p:spPr>
          <a:xfrm rot="-1011960">
            <a:off x="8986723" y="1594714"/>
            <a:ext cx="14630" cy="633679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3" name="rain-far-16"/>
          <p:cNvSpPr/>
          <p:nvPr/>
        </p:nvSpPr>
        <p:spPr>
          <a:xfrm rot="-710880">
            <a:off x="5012741" y="2746858"/>
            <a:ext cx="14630" cy="76169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4" name="rain-far-17"/>
          <p:cNvSpPr/>
          <p:nvPr/>
        </p:nvSpPr>
        <p:spPr>
          <a:xfrm rot="-921000">
            <a:off x="6986930" y="2818181"/>
            <a:ext cx="14630" cy="65562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5" name="rain-far-18"/>
          <p:cNvSpPr/>
          <p:nvPr/>
        </p:nvSpPr>
        <p:spPr>
          <a:xfrm rot="-777120">
            <a:off x="8938260" y="2359152"/>
            <a:ext cx="14630" cy="60076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6" name="rain-far-19"/>
          <p:cNvSpPr/>
          <p:nvPr/>
        </p:nvSpPr>
        <p:spPr>
          <a:xfrm rot="-773400">
            <a:off x="5666537" y="2029054"/>
            <a:ext cx="14630" cy="68945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7" name="rain-far-20"/>
          <p:cNvSpPr/>
          <p:nvPr/>
        </p:nvSpPr>
        <p:spPr>
          <a:xfrm rot="-750480">
            <a:off x="5570525" y="3159252"/>
            <a:ext cx="14630" cy="70774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8" name="rain-far-21"/>
          <p:cNvSpPr/>
          <p:nvPr/>
        </p:nvSpPr>
        <p:spPr>
          <a:xfrm rot="-889380">
            <a:off x="11558930" y="4042562"/>
            <a:ext cx="14630" cy="613562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9" name="rain-far-22"/>
          <p:cNvSpPr/>
          <p:nvPr/>
        </p:nvSpPr>
        <p:spPr>
          <a:xfrm rot="-726180">
            <a:off x="2890418" y="4129430"/>
            <a:ext cx="14630" cy="67025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0" name="rain-mid-01"/>
          <p:cNvSpPr/>
          <p:nvPr/>
        </p:nvSpPr>
        <p:spPr>
          <a:xfrm rot="-712260">
            <a:off x="1710842" y="2422246"/>
            <a:ext cx="23774" cy="1103681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1" name="rain-mid-02"/>
          <p:cNvSpPr/>
          <p:nvPr/>
        </p:nvSpPr>
        <p:spPr>
          <a:xfrm rot="-756540">
            <a:off x="8484718" y="1629461"/>
            <a:ext cx="23774" cy="126187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2" name="rain-mid-03"/>
          <p:cNvSpPr/>
          <p:nvPr/>
        </p:nvSpPr>
        <p:spPr>
          <a:xfrm rot="-797580">
            <a:off x="7797089" y="2731313"/>
            <a:ext cx="23774" cy="101864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3" name="rain-mid-04"/>
          <p:cNvSpPr/>
          <p:nvPr/>
        </p:nvSpPr>
        <p:spPr>
          <a:xfrm rot="-677160">
            <a:off x="6216091" y="2772461"/>
            <a:ext cx="23774" cy="1294790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4" name="rain-mid-05"/>
          <p:cNvSpPr/>
          <p:nvPr/>
        </p:nvSpPr>
        <p:spPr>
          <a:xfrm rot="-788460">
            <a:off x="627278" y="3417113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5" name="rain-mid-06"/>
          <p:cNvSpPr/>
          <p:nvPr/>
        </p:nvSpPr>
        <p:spPr>
          <a:xfrm rot="-728580">
            <a:off x="2074774" y="1907438"/>
            <a:ext cx="23774" cy="1058875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6" name="rain-mid-07"/>
          <p:cNvSpPr/>
          <p:nvPr/>
        </p:nvSpPr>
        <p:spPr>
          <a:xfrm rot="-675600">
            <a:off x="5648249" y="1279246"/>
            <a:ext cx="23774" cy="1091794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7" name="rain-mid-08"/>
          <p:cNvSpPr/>
          <p:nvPr/>
        </p:nvSpPr>
        <p:spPr>
          <a:xfrm rot="-930840">
            <a:off x="6300216" y="1516990"/>
            <a:ext cx="23774" cy="1264615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8" name="rain-mid-09"/>
          <p:cNvSpPr/>
          <p:nvPr/>
        </p:nvSpPr>
        <p:spPr>
          <a:xfrm rot="-960420">
            <a:off x="866851" y="2652674"/>
            <a:ext cx="23774" cy="135148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9" name="rain-mid-10"/>
          <p:cNvSpPr/>
          <p:nvPr/>
        </p:nvSpPr>
        <p:spPr>
          <a:xfrm rot="-953640">
            <a:off x="2195474" y="2078431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0" name="rain-mid-11"/>
          <p:cNvSpPr/>
          <p:nvPr/>
        </p:nvSpPr>
        <p:spPr>
          <a:xfrm rot="-929100">
            <a:off x="9199778" y="1814170"/>
            <a:ext cx="23774" cy="133776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1" name="rain-mid-12"/>
          <p:cNvSpPr/>
          <p:nvPr/>
        </p:nvSpPr>
        <p:spPr>
          <a:xfrm rot="-728940">
            <a:off x="1803197" y="2865730"/>
            <a:ext cx="23774" cy="114574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2" name="rain-mid-13"/>
          <p:cNvSpPr/>
          <p:nvPr/>
        </p:nvSpPr>
        <p:spPr>
          <a:xfrm rot="-753240">
            <a:off x="9108338" y="1356055"/>
            <a:ext cx="23774" cy="1019556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3" name="rain-mid-14"/>
          <p:cNvSpPr/>
          <p:nvPr/>
        </p:nvSpPr>
        <p:spPr>
          <a:xfrm rot="-856860">
            <a:off x="671170" y="2651760"/>
            <a:ext cx="23774" cy="126004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4" name="rain-mid-15"/>
          <p:cNvSpPr/>
          <p:nvPr/>
        </p:nvSpPr>
        <p:spPr>
          <a:xfrm rot="-816780">
            <a:off x="1906524" y="1984248"/>
            <a:ext cx="23774" cy="1042416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5" name="rain-mid-16"/>
          <p:cNvSpPr/>
          <p:nvPr/>
        </p:nvSpPr>
        <p:spPr>
          <a:xfrm rot="-705600">
            <a:off x="11486693" y="2088490"/>
            <a:ext cx="23774" cy="1118311"/>
          </a:xfrm>
          <a:prstGeom prst="rect">
            <a:avLst/>
          </a:prstGeom>
          <a:solidFill>
            <a:srgbClr val="E3B341">
              <a:alpha val="32000"/>
            </a:srgbClr>
          </a:solidFill>
        </p:spPr>
      </p:sp>
      <p:sp>
        <p:nvSpPr>
          <p:cNvPr id="56" name="rain-mid-17"/>
          <p:cNvSpPr/>
          <p:nvPr/>
        </p:nvSpPr>
        <p:spPr>
          <a:xfrm rot="-682980">
            <a:off x="8628278" y="2592324"/>
            <a:ext cx="23774" cy="997610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7" name="rain-mid-18"/>
          <p:cNvSpPr/>
          <p:nvPr/>
        </p:nvSpPr>
        <p:spPr>
          <a:xfrm rot="-821280">
            <a:off x="3702406" y="3968496"/>
            <a:ext cx="23774" cy="106436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8" name="rain-near-01"/>
          <p:cNvSpPr/>
          <p:nvPr/>
        </p:nvSpPr>
        <p:spPr>
          <a:xfrm rot="-978180">
            <a:off x="3546958" y="2509114"/>
            <a:ext cx="40234" cy="181051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59" name="rain-near-02"/>
          <p:cNvSpPr/>
          <p:nvPr/>
        </p:nvSpPr>
        <p:spPr>
          <a:xfrm rot="-893460">
            <a:off x="2935224" y="3198571"/>
            <a:ext cx="40234" cy="1706270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0" name="rain-near-03"/>
          <p:cNvSpPr/>
          <p:nvPr/>
        </p:nvSpPr>
        <p:spPr>
          <a:xfrm rot="-762900">
            <a:off x="7289597" y="850392"/>
            <a:ext cx="40234" cy="176387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1" name="rain-near-04"/>
          <p:cNvSpPr/>
          <p:nvPr/>
        </p:nvSpPr>
        <p:spPr>
          <a:xfrm rot="-833100">
            <a:off x="1096366" y="3032150"/>
            <a:ext cx="40234" cy="180228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2" name="rain-near-05"/>
          <p:cNvSpPr/>
          <p:nvPr/>
        </p:nvSpPr>
        <p:spPr>
          <a:xfrm rot="-672960">
            <a:off x="7015277" y="499262"/>
            <a:ext cx="40234" cy="194767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3" name="rain-near-06"/>
          <p:cNvSpPr/>
          <p:nvPr/>
        </p:nvSpPr>
        <p:spPr>
          <a:xfrm rot="-686520">
            <a:off x="5554980" y="540410"/>
            <a:ext cx="40234" cy="198241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4" name="rain-near-07"/>
          <p:cNvSpPr/>
          <p:nvPr/>
        </p:nvSpPr>
        <p:spPr>
          <a:xfrm rot="-950220">
            <a:off x="6639458" y="854964"/>
            <a:ext cx="40234" cy="1827886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5" name="rain-near-08"/>
          <p:cNvSpPr/>
          <p:nvPr/>
        </p:nvSpPr>
        <p:spPr>
          <a:xfrm rot="-879060">
            <a:off x="6505042" y="2921508"/>
            <a:ext cx="40234" cy="1714500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6" name="rain-near-09"/>
          <p:cNvSpPr/>
          <p:nvPr/>
        </p:nvSpPr>
        <p:spPr>
          <a:xfrm rot="-763020">
            <a:off x="5762549" y="2187245"/>
            <a:ext cx="40234" cy="209031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7" name="rain-near-10"/>
          <p:cNvSpPr/>
          <p:nvPr/>
        </p:nvSpPr>
        <p:spPr>
          <a:xfrm rot="-991020">
            <a:off x="5437937" y="2384755"/>
            <a:ext cx="40234" cy="213055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8" name="rain-near-11"/>
          <p:cNvSpPr/>
          <p:nvPr/>
        </p:nvSpPr>
        <p:spPr>
          <a:xfrm rot="-816480">
            <a:off x="9459468" y="2649931"/>
            <a:ext cx="40234" cy="177667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9" name="rain-near-12"/>
          <p:cNvSpPr/>
          <p:nvPr/>
        </p:nvSpPr>
        <p:spPr>
          <a:xfrm rot="-702600">
            <a:off x="4993538" y="2991002"/>
            <a:ext cx="40234" cy="208208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0" name="rain-near-13"/>
          <p:cNvSpPr/>
          <p:nvPr/>
        </p:nvSpPr>
        <p:spPr>
          <a:xfrm rot="-966420">
            <a:off x="8838590" y="2123237"/>
            <a:ext cx="40234" cy="190743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1" name="rain-near-14"/>
          <p:cNvSpPr/>
          <p:nvPr/>
        </p:nvSpPr>
        <p:spPr>
          <a:xfrm rot="-915660">
            <a:off x="2946197" y="2296973"/>
            <a:ext cx="40234" cy="2170786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2" name="splash"/>
          <p:cNvSpPr/>
          <p:nvPr/>
        </p:nvSpPr>
        <p:spPr>
          <a:xfrm>
            <a:off x="6227064" y="5230368"/>
            <a:ext cx="329184" cy="329184"/>
          </a:xfrm>
          <a:prstGeom prst="ellipse">
            <a:avLst/>
          </a:prstGeom>
          <a:solidFill>
            <a:srgbClr val="E3B341">
              <a:alpha val="70000"/>
            </a:srgbClr>
          </a:solidFill>
        </p:spPr>
      </p:sp>
      <p:sp>
        <p:nvSpPr>
          <p:cNvPr id="73" name="title"/>
          <p:cNvSpPr/>
          <p:nvPr/>
        </p:nvSpPr>
        <p:spPr>
          <a:xfrm>
            <a:off x="777240" y="5760720"/>
            <a:ext cx="106070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5EDD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雨是从一滴开始的</a:t>
            </a:r>
            <a:endParaRPr lang="en-US" sz="5400" dirty="0"/>
          </a:p>
        </p:txBody>
      </p:sp>
      <p:sp>
        <p:nvSpPr>
          <p:cNvPr id="74" name="stamp-time-3"/>
          <p:cNvSpPr/>
          <p:nvPr/>
        </p:nvSpPr>
        <p:spPr>
          <a:xfrm>
            <a:off x="777240" y="47548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A79C8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18:52</a:t>
            </a:r>
            <a:endParaRPr lang="en-US" sz="2600" dirty="0"/>
          </a:p>
        </p:txBody>
      </p:sp>
      <p:sp>
        <p:nvSpPr>
          <p:cNvPr id="75" name="stamp-label-3"/>
          <p:cNvSpPr/>
          <p:nvPr/>
        </p:nvSpPr>
        <p:spPr>
          <a:xfrm>
            <a:off x="777240" y="10058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79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第三幕 · 落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 advTm="12000">
        <p159:morph option="byObject"/>
      </p:transition>
    </mc:Choice>
    <mc:Fallback>
      <p:transition spd="slow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accel="50000" decel="5000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100"/>
                            </p:stCondLst>
                            <p:childTnLst>
                              <p:par>
                                <p:cTn id="28" presetID="42" presetClass="entr" presetSubtype="0" accel="50000" decel="50000" fill="hold" nodeType="after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60"/>
                            </p:stCondLst>
                            <p:childTnLst>
                              <p:par>
                                <p:cTn id="33" presetID="2" presetClass="entr" presetSubtype="1" accel="50000" fill="hold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60"/>
                            </p:stCondLst>
                            <p:childTnLst>
                              <p:par>
                                <p:cTn id="38" presetID="53" presetClass="entr" presetSubtype="16" accel="50000" decel="50000" fill="hold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160"/>
                            </p:stCondLst>
                            <p:childTnLst>
                              <p:par>
                                <p:cTn id="44" presetID="42" presetClass="entr" presetSubtype="0" accel="50000" decel="50000" fill="hold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760"/>
                            </p:stCondLst>
                            <p:childTnLst>
                              <p:par>
                                <p:cTn id="49" presetID="53" presetClass="entr" presetSubtype="16" repeatCount="indefinite" accel="50000" decel="5000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460"/>
                            </p:stCondLst>
                            <p:childTnLst>
                              <p:par>
                                <p:cTn id="55" presetID="53" presetClass="entr" presetSubtype="16" repeatCount="indefinite" accel="50000" decel="50000" fill="hold" nodeType="after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410"/>
                            </p:stCondLst>
                            <p:childTnLst>
                              <p:par>
                                <p:cTn id="61" presetID="53" presetClass="entr" presetSubtype="16" repeatCount="indefinite" accel="50000" decel="50000" fill="hold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6610"/>
                            </p:stCondLst>
                            <p:childTnLst>
                              <p:par>
                                <p:cTn id="67" presetID="53" presetClass="entr" presetSubtype="16" repeatCount="indefinite" accel="50000" decel="50000" fill="hold" nodeType="after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6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9930"/>
                            </p:stCondLst>
                            <p:childTnLst>
                              <p:par>
                                <p:cTn id="73" presetID="53" presetClass="entr" presetSubtype="16" repeatCount="indefinite" accel="50000" decel="50000" fill="hold" nodeType="after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4050"/>
                            </p:stCondLst>
                            <p:childTnLst>
                              <p:par>
                                <p:cTn id="79" presetID="53" presetClass="entr" presetSubtype="16" repeatCount="indefinite" accel="50000" decel="50000" fill="hold" nodeType="after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8450"/>
                            </p:stCondLst>
                            <p:childTnLst>
                              <p:par>
                                <p:cTn id="85" presetID="2" presetClass="entr" presetSubtype="1" repeatCount="indefinite" accel="50000" fill="hold" nodeType="after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4550"/>
                            </p:stCondLst>
                            <p:childTnLst>
                              <p:par>
                                <p:cTn id="90" presetID="2" presetClass="entr" presetSubtype="1" repeatCount="indefinite" accel="50000" fill="hold" nodeType="afterEffect">
                                  <p:stCondLst>
                                    <p:cond delay="4645"/>
                                  </p:stCondLst>
                                  <p:childTnLst>
                                    <p:set>
                                      <p:cBhvr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1195"/>
                            </p:stCondLst>
                            <p:childTnLst>
                              <p:par>
                                <p:cTn id="95" presetID="2" presetClass="entr" presetSubtype="1" repeatCount="indefinite" accel="50000" fill="hold" nodeType="afterEffect">
                                  <p:stCondLst>
                                    <p:cond delay="4690"/>
                                  </p:stCondLst>
                                  <p:childTnLst>
                                    <p:set>
                                      <p:cBhvr>
                                        <p:cTn id="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7885"/>
                            </p:stCondLst>
                            <p:childTnLst>
                              <p:par>
                                <p:cTn id="100" presetID="2" presetClass="entr" presetSubtype="1" repeatCount="indefinite" accel="50000" fill="hold" nodeType="afterEffect">
                                  <p:stCondLst>
                                    <p:cond delay="4735"/>
                                  </p:stCondLst>
                                  <p:childTnLst>
                                    <p:set>
                                      <p:cBhvr>
                                        <p:cTn id="1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8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8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3620"/>
                            </p:stCondLst>
                            <p:childTnLst>
                              <p:par>
                                <p:cTn id="105" presetID="2" presetClass="entr" presetSubtype="1" repeatCount="indefinite" accel="50000" fill="hold" nodeType="afterEffect">
                                  <p:stCondLst>
                                    <p:cond delay="478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0400"/>
                            </p:stCondLst>
                            <p:childTnLst>
                              <p:par>
                                <p:cTn id="110" presetID="2" presetClass="entr" presetSubtype="1" repeatCount="indefinite" accel="50000" fill="hold" nodeType="afterEffect">
                                  <p:stCondLst>
                                    <p:cond delay="4825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7225"/>
                            </p:stCondLst>
                            <p:childTnLst>
                              <p:par>
                                <p:cTn id="115" presetID="2" presetClass="entr" presetSubtype="1" repeatCount="indefinite" accel="50000" fill="hold" nodeType="afterEffect">
                                  <p:stCondLst>
                                    <p:cond delay="4870"/>
                                  </p:stCondLst>
                                  <p:childTnLst>
                                    <p:set>
                                      <p:cBhvr>
                                        <p:cTn id="1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84095"/>
                            </p:stCondLst>
                            <p:childTnLst>
                              <p:par>
                                <p:cTn id="120" presetID="2" presetClass="entr" presetSubtype="1" repeatCount="indefinite" accel="50000" fill="hold" nodeType="after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8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8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9695"/>
                            </p:stCondLst>
                            <p:childTnLst>
                              <p:par>
                                <p:cTn id="125" presetID="2" presetClass="entr" presetSubtype="1" repeatCount="indefinite" accel="50000" fill="hold" nodeType="afterEffect">
                                  <p:stCondLst>
                                    <p:cond delay="4645"/>
                                  </p:stCondLst>
                                  <p:childTnLst>
                                    <p:set>
                                      <p:cBhvr>
                                        <p:cTn id="1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5840"/>
                            </p:stCondLst>
                            <p:childTnLst>
                              <p:par>
                                <p:cTn id="130" presetID="2" presetClass="entr" presetSubtype="1" repeatCount="indefinite" accel="50000" fill="hold" nodeType="afterEffect">
                                  <p:stCondLst>
                                    <p:cond delay="4690"/>
                                  </p:stCondLst>
                                  <p:childTnLst>
                                    <p:set>
                                      <p:cBhvr>
                                        <p:cTn id="1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8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8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2530"/>
                            </p:stCondLst>
                            <p:childTnLst>
                              <p:par>
                                <p:cTn id="135" presetID="2" presetClass="entr" presetSubtype="1" repeatCount="indefinite" accel="50000" fill="hold" nodeType="afterEffect">
                                  <p:stCondLst>
                                    <p:cond delay="4735"/>
                                  </p:stCondLst>
                                  <p:childTnLst>
                                    <p:set>
                                      <p:cBhvr>
                                        <p:cTn id="1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2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9765"/>
                            </p:stCondLst>
                            <p:childTnLst>
                              <p:par>
                                <p:cTn id="140" presetID="2" presetClass="entr" presetSubtype="1" repeatCount="indefinite" accel="50000" fill="hold" nodeType="afterEffect">
                                  <p:stCondLst>
                                    <p:cond delay="4780"/>
                                  </p:stCondLst>
                                  <p:childTnLst>
                                    <p:set>
                                      <p:cBhvr>
                                        <p:cTn id="1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16545"/>
                            </p:stCondLst>
                            <p:childTnLst>
                              <p:par>
                                <p:cTn id="145" presetID="2" presetClass="entr" presetSubtype="1" repeatCount="indefinite" accel="50000" fill="hold" nodeType="afterEffect">
                                  <p:stCondLst>
                                    <p:cond delay="4825"/>
                                  </p:stCondLst>
                                  <p:childTnLst>
                                    <p:set>
                                      <p:cBhvr>
                                        <p:cTn id="1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23370"/>
                            </p:stCondLst>
                            <p:childTnLst>
                              <p:par>
                                <p:cTn id="150" presetID="2" presetClass="entr" presetSubtype="1" repeatCount="indefinite" accel="50000" fill="hold" nodeType="afterEffect">
                                  <p:stCondLst>
                                    <p:cond delay="4870"/>
                                  </p:stCondLst>
                                  <p:childTnLst>
                                    <p:set>
                                      <p:cBhvr>
                                        <p:cTn id="1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30740"/>
                            </p:stCondLst>
                            <p:childTnLst>
                              <p:par>
                                <p:cTn id="155" presetID="2" presetClass="entr" presetSubtype="1" repeatCount="indefinite" accel="50000" fill="hold" nodeType="after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9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9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36340"/>
                            </p:stCondLst>
                            <p:childTnLst>
                              <p:par>
                                <p:cTn id="160" presetID="2" presetClass="entr" presetSubtype="1" repeatCount="indefinite" accel="50000" fill="hold" nodeType="afterEffect">
                                  <p:stCondLst>
                                    <p:cond delay="4645"/>
                                  </p:stCondLst>
                                  <p:childTnLst>
                                    <p:set>
                                      <p:cBhvr>
                                        <p:cTn id="1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42485"/>
                            </p:stCondLst>
                            <p:childTnLst>
                              <p:par>
                                <p:cTn id="165" presetID="2" presetClass="entr" presetSubtype="1" repeatCount="indefinite" accel="50000" fill="hold" nodeType="afterEffect">
                                  <p:stCondLst>
                                    <p:cond delay="4690"/>
                                  </p:stCondLst>
                                  <p:childTnLst>
                                    <p:set>
                                      <p:cBhvr>
                                        <p:cTn id="1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1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48675"/>
                            </p:stCondLst>
                            <p:childTnLst>
                              <p:par>
                                <p:cTn id="170" presetID="2" presetClass="entr" presetSubtype="1" repeatCount="indefinite" accel="50000" fill="hold" nodeType="afterEffect">
                                  <p:stCondLst>
                                    <p:cond delay="4735"/>
                                  </p:stCondLst>
                                  <p:childTnLst>
                                    <p:set>
                                      <p:cBhvr>
                                        <p:cTn id="1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1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54910"/>
                            </p:stCondLst>
                            <p:childTnLst>
                              <p:par>
                                <p:cTn id="175" presetID="2" presetClass="entr" presetSubtype="1" repeatCount="indefinite" accel="50000" fill="hold" nodeType="afterEffect">
                                  <p:stCondLst>
                                    <p:cond delay="4780"/>
                                  </p:stCondLst>
                                  <p:childTnLst>
                                    <p:set>
                                      <p:cBhvr>
                                        <p:cTn id="1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1190"/>
                            </p:stCondLst>
                            <p:childTnLst>
                              <p:par>
                                <p:cTn id="180" presetID="2" presetClass="entr" presetSubtype="1" repeatCount="indefinite" accel="50000" fill="hold" nodeType="afterEffect">
                                  <p:stCondLst>
                                    <p:cond delay="4825"/>
                                  </p:stCondLst>
                                  <p:childTnLst>
                                    <p:set>
                                      <p:cBhvr>
                                        <p:cTn id="1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1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8015"/>
                            </p:stCondLst>
                            <p:childTnLst>
                              <p:par>
                                <p:cTn id="185" presetID="2" presetClass="entr" presetSubtype="1" repeatCount="indefinite" accel="50000" fill="hold" nodeType="afterEffect">
                                  <p:stCondLst>
                                    <p:cond delay="4870"/>
                                  </p:stCondLst>
                                  <p:childTnLst>
                                    <p:set>
                                      <p:cBhvr>
                                        <p:cTn id="1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75385"/>
                            </p:stCondLst>
                            <p:childTnLst>
                              <p:par>
                                <p:cTn id="190" presetID="2" presetClass="entr" presetSubtype="1" repeatCount="indefinite" accel="50000" fill="hold" nodeType="after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18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18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81985"/>
                            </p:stCondLst>
                            <p:childTnLst>
                              <p:par>
                                <p:cTn id="195" presetID="2" presetClass="entr" presetSubtype="1" repeatCount="indefinite" accel="50000" fill="hold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8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8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89885"/>
                            </p:stCondLst>
                            <p:childTnLst>
                              <p:par>
                                <p:cTn id="200" presetID="2" presetClass="entr" presetSubtype="1" repeatCount="indefinite" accel="50000" fill="hold" nodeType="afterEffect">
                                  <p:stCondLst>
                                    <p:cond delay="6945"/>
                                  </p:stCondLst>
                                  <p:childTnLst>
                                    <p:set>
                                      <p:cBhvr>
                                        <p:cTn id="2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97830"/>
                            </p:stCondLst>
                            <p:childTnLst>
                              <p:par>
                                <p:cTn id="205" presetID="2" presetClass="entr" presetSubtype="1" repeatCount="indefinite" accel="50000" fill="hold" nodeType="afterEffect">
                                  <p:stCondLst>
                                    <p:cond delay="6990"/>
                                  </p:stCondLst>
                                  <p:childTnLst>
                                    <p:set>
                                      <p:cBhvr>
                                        <p:cTn id="2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10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10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06320"/>
                            </p:stCondLst>
                            <p:childTnLst>
                              <p:par>
                                <p:cTn id="210" presetID="2" presetClass="entr" presetSubtype="1" repeatCount="indefinite" accel="50000" fill="hold" nodeType="afterEffect">
                                  <p:stCondLst>
                                    <p:cond delay="7035"/>
                                  </p:stCondLst>
                                  <p:childTnLst>
                                    <p:set>
                                      <p:cBhvr>
                                        <p:cTn id="2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10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10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14855"/>
                            </p:stCondLst>
                            <p:childTnLst>
                              <p:par>
                                <p:cTn id="215" presetID="2" presetClass="entr" presetSubtype="1" repeatCount="indefinite" accel="50000" fill="hold" nodeType="afterEffect">
                                  <p:stCondLst>
                                    <p:cond delay="7080"/>
                                  </p:stCondLst>
                                  <p:childTnLst>
                                    <p:set>
                                      <p:cBhvr>
                                        <p:cTn id="2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1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1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23435"/>
                            </p:stCondLst>
                            <p:childTnLst>
                              <p:par>
                                <p:cTn id="220" presetID="2" presetClass="entr" presetSubtype="1" repeatCount="indefinite" accel="50000" fill="hold" nodeType="afterEffect">
                                  <p:stCondLst>
                                    <p:cond delay="7125"/>
                                  </p:stCondLst>
                                  <p:childTnLst>
                                    <p:set>
                                      <p:cBhvr>
                                        <p:cTn id="2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31560"/>
                            </p:stCondLst>
                            <p:childTnLst>
                              <p:par>
                                <p:cTn id="225" presetID="2" presetClass="entr" presetSubtype="1" repeatCount="indefinite" accel="50000" fill="hold" nodeType="afterEffect">
                                  <p:stCondLst>
                                    <p:cond delay="7170"/>
                                  </p:stCondLst>
                                  <p:childTnLst>
                                    <p:set>
                                      <p:cBhvr>
                                        <p:cTn id="2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39730"/>
                            </p:stCondLst>
                            <p:childTnLst>
                              <p:par>
                                <p:cTn id="230" presetID="2" presetClass="entr" presetSubtype="1" repeatCount="indefinite" accel="50000" fill="hold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2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247630"/>
                            </p:stCondLst>
                            <p:childTnLst>
                              <p:par>
                                <p:cTn id="235" presetID="2" presetClass="entr" presetSubtype="1" repeatCount="indefinite" accel="50000" fill="hold" nodeType="afterEffect">
                                  <p:stCondLst>
                                    <p:cond delay="6945"/>
                                  </p:stCondLst>
                                  <p:childTnLst>
                                    <p:set>
                                      <p:cBhvr>
                                        <p:cTn id="2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9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9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255575"/>
                            </p:stCondLst>
                            <p:childTnLst>
                              <p:par>
                                <p:cTn id="240" presetID="2" presetClass="entr" presetSubtype="1" repeatCount="indefinite" accel="50000" fill="hold" nodeType="afterEffect">
                                  <p:stCondLst>
                                    <p:cond delay="6990"/>
                                  </p:stCondLst>
                                  <p:childTnLst>
                                    <p:set>
                                      <p:cBhvr>
                                        <p:cTn id="2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63565"/>
                            </p:stCondLst>
                            <p:childTnLst>
                              <p:par>
                                <p:cTn id="245" presetID="2" presetClass="entr" presetSubtype="1" repeatCount="indefinite" accel="50000" fill="hold" nodeType="afterEffect">
                                  <p:stCondLst>
                                    <p:cond delay="7035"/>
                                  </p:stCondLst>
                                  <p:childTnLst>
                                    <p:set>
                                      <p:cBhvr>
                                        <p:cTn id="2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8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8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271600"/>
                            </p:stCondLst>
                            <p:childTnLst>
                              <p:par>
                                <p:cTn id="250" presetID="2" presetClass="entr" presetSubtype="1" repeatCount="indefinite" accel="50000" fill="hold" nodeType="afterEffect">
                                  <p:stCondLst>
                                    <p:cond delay="7080"/>
                                  </p:stCondLst>
                                  <p:childTnLst>
                                    <p:set>
                                      <p:cBhvr>
                                        <p:cTn id="2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1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1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280180"/>
                            </p:stCondLst>
                            <p:childTnLst>
                              <p:par>
                                <p:cTn id="255" presetID="2" presetClass="entr" presetSubtype="1" repeatCount="indefinite" accel="50000" fill="hold" nodeType="afterEffect">
                                  <p:stCondLst>
                                    <p:cond delay="7125"/>
                                  </p:stCondLst>
                                  <p:childTnLst>
                                    <p:set>
                                      <p:cBhvr>
                                        <p:cTn id="2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88305"/>
                            </p:stCondLst>
                            <p:childTnLst>
                              <p:par>
                                <p:cTn id="260" presetID="2" presetClass="entr" presetSubtype="1" repeatCount="indefinite" accel="50000" fill="hold" nodeType="afterEffect">
                                  <p:stCondLst>
                                    <p:cond delay="7170"/>
                                  </p:stCondLst>
                                  <p:childTnLst>
                                    <p:set>
                                      <p:cBhvr>
                                        <p:cTn id="2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9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9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96475"/>
                            </p:stCondLst>
                            <p:childTnLst>
                              <p:par>
                                <p:cTn id="265" presetID="2" presetClass="entr" presetSubtype="1" repeatCount="indefinite" accel="50000" fill="hold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2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304375"/>
                            </p:stCondLst>
                            <p:childTnLst>
                              <p:par>
                                <p:cTn id="270" presetID="2" presetClass="entr" presetSubtype="1" repeatCount="indefinite" accel="50000" fill="hold" nodeType="afterEffect">
                                  <p:stCondLst>
                                    <p:cond delay="6945"/>
                                  </p:stCondLst>
                                  <p:childTnLst>
                                    <p:set>
                                      <p:cBhvr>
                                        <p:cTn id="2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9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9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312320"/>
                            </p:stCondLst>
                            <p:childTnLst>
                              <p:par>
                                <p:cTn id="275" presetID="2" presetClass="entr" presetSubtype="1" repeatCount="indefinite" accel="50000" fill="hold" nodeType="afterEffect">
                                  <p:stCondLst>
                                    <p:cond delay="6990"/>
                                  </p:stCondLst>
                                  <p:childTnLst>
                                    <p:set>
                                      <p:cBhvr>
                                        <p:cTn id="2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8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8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320310"/>
                            </p:stCondLst>
                            <p:childTnLst>
                              <p:par>
                                <p:cTn id="280" presetID="2" presetClass="entr" presetSubtype="1" repeatCount="indefinite" accel="50000" fill="hold" nodeType="afterEffect">
                                  <p:stCondLst>
                                    <p:cond delay="7035"/>
                                  </p:stCondLst>
                                  <p:childTnLst>
                                    <p:set>
                                      <p:cBhvr>
                                        <p:cTn id="2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12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12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28845"/>
                            </p:stCondLst>
                            <p:childTnLst>
                              <p:par>
                                <p:cTn id="285" presetID="2" presetClass="entr" presetSubtype="1" repeatCount="indefinite" accel="50000" fill="hold" nodeType="afterEffect">
                                  <p:stCondLst>
                                    <p:cond delay="8200"/>
                                  </p:stCondLst>
                                  <p:childTnLst>
                                    <p:set>
                                      <p:cBhvr>
                                        <p:cTn id="2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6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6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338045"/>
                            </p:stCondLst>
                            <p:childTnLst>
                              <p:par>
                                <p:cTn id="290" presetID="2" presetClass="entr" presetSubtype="1" repeatCount="indefinite" accel="50000" fill="hold" nodeType="afterEffect">
                                  <p:stCondLst>
                                    <p:cond delay="8245"/>
                                  </p:stCondLst>
                                  <p:childTnLst>
                                    <p:set>
                                      <p:cBhvr>
                                        <p:cTn id="2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9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9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347290"/>
                            </p:stCondLst>
                            <p:childTnLst>
                              <p:par>
                                <p:cTn id="295" presetID="2" presetClass="entr" presetSubtype="1" repeatCount="indefinite" accel="50000" fill="hold" nodeType="afterEffect">
                                  <p:stCondLst>
                                    <p:cond delay="8290"/>
                                  </p:stCondLst>
                                  <p:childTnLst>
                                    <p:set>
                                      <p:cBhvr>
                                        <p:cTn id="2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356080"/>
                            </p:stCondLst>
                            <p:childTnLst>
                              <p:par>
                                <p:cTn id="300" presetID="2" presetClass="entr" presetSubtype="1" repeatCount="indefinite" accel="50000" fill="hold" nodeType="afterEffect">
                                  <p:stCondLst>
                                    <p:cond delay="8335"/>
                                  </p:stCondLst>
                                  <p:childTnLst>
                                    <p:set>
                                      <p:cBhvr>
                                        <p:cTn id="3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8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8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365415"/>
                            </p:stCondLst>
                            <p:childTnLst>
                              <p:par>
                                <p:cTn id="305" presetID="2" presetClass="entr" presetSubtype="1" repeatCount="indefinite" accel="50000" fill="hold" nodeType="afterEffect">
                                  <p:stCondLst>
                                    <p:cond delay="8380"/>
                                  </p:stCondLst>
                                  <p:childTnLst>
                                    <p:set>
                                      <p:cBhvr>
                                        <p:cTn id="3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374295"/>
                            </p:stCondLst>
                            <p:childTnLst>
                              <p:par>
                                <p:cTn id="310" presetID="2" presetClass="entr" presetSubtype="1" repeatCount="indefinite" accel="50000" fill="hold" nodeType="afterEffect">
                                  <p:stCondLst>
                                    <p:cond delay="8425"/>
                                  </p:stCondLst>
                                  <p:childTnLst>
                                    <p:set>
                                      <p:cBhvr>
                                        <p:cTn id="3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383220"/>
                            </p:stCondLst>
                            <p:childTnLst>
                              <p:par>
                                <p:cTn id="315" presetID="2" presetClass="entr" presetSubtype="1" repeatCount="indefinite" accel="50000" fill="hold" nodeType="afterEffect">
                                  <p:stCondLst>
                                    <p:cond delay="8470"/>
                                  </p:stCondLst>
                                  <p:childTnLst>
                                    <p:set>
                                      <p:cBhvr>
                                        <p:cTn id="3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92190"/>
                            </p:stCondLst>
                            <p:childTnLst>
                              <p:par>
                                <p:cTn id="320" presetID="2" presetClass="entr" presetSubtype="1" repeatCount="indefinite" accel="50000" fill="hold" nodeType="afterEffect">
                                  <p:stCondLst>
                                    <p:cond delay="8200"/>
                                  </p:stCondLst>
                                  <p:childTnLst>
                                    <p:set>
                                      <p:cBhvr>
                                        <p:cTn id="3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8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8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401390"/>
                            </p:stCondLst>
                            <p:childTnLst>
                              <p:par>
                                <p:cTn id="325" presetID="2" presetClass="entr" presetSubtype="1" repeatCount="indefinite" accel="50000" fill="hold" nodeType="afterEffect">
                                  <p:stCondLst>
                                    <p:cond delay="8245"/>
                                  </p:stCondLst>
                                  <p:childTnLst>
                                    <p:set>
                                      <p:cBhvr>
                                        <p:cTn id="3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6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6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410635"/>
                            </p:stCondLst>
                            <p:childTnLst>
                              <p:par>
                                <p:cTn id="330" presetID="2" presetClass="entr" presetSubtype="1" repeatCount="indefinite" accel="50000" fill="hold" nodeType="afterEffect">
                                  <p:stCondLst>
                                    <p:cond delay="8290"/>
                                  </p:stCondLst>
                                  <p:childTnLst>
                                    <p:set>
                                      <p:cBhvr>
                                        <p:cTn id="3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6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6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419925"/>
                            </p:stCondLst>
                            <p:childTnLst>
                              <p:par>
                                <p:cTn id="335" presetID="2" presetClass="entr" presetSubtype="1" repeatCount="indefinite" accel="50000" fill="hold" nodeType="afterEffect">
                                  <p:stCondLst>
                                    <p:cond delay="8335"/>
                                  </p:stCondLst>
                                  <p:childTnLst>
                                    <p:set>
                                      <p:cBhvr>
                                        <p:cTn id="3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7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7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29260"/>
                            </p:stCondLst>
                            <p:childTnLst>
                              <p:par>
                                <p:cTn id="340" presetID="2" presetClass="entr" presetSubtype="1" repeatCount="indefinite" accel="50000" fill="hold" nodeType="afterEffect">
                                  <p:stCondLst>
                                    <p:cond delay="8380"/>
                                  </p:stCondLst>
                                  <p:childTnLst>
                                    <p:set>
                                      <p:cBhvr>
                                        <p:cTn id="3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438640"/>
                            </p:stCondLst>
                            <p:childTnLst>
                              <p:par>
                                <p:cTn id="345" presetID="2" presetClass="entr" presetSubtype="1" repeatCount="indefinite" accel="50000" fill="hold" nodeType="afterEffect">
                                  <p:stCondLst>
                                    <p:cond delay="8425"/>
                                  </p:stCondLst>
                                  <p:childTnLst>
                                    <p:set>
                                      <p:cBhvr>
                                        <p:cTn id="3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6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6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448065"/>
                            </p:stCondLst>
                            <p:childTnLst>
                              <p:par>
                                <p:cTn id="350" presetID="2" presetClass="entr" presetSubtype="1" repeatCount="indefinite" accel="50000" fill="hold" nodeType="afterEffect">
                                  <p:stCondLst>
                                    <p:cond delay="8470"/>
                                  </p:stCondLst>
                                  <p:childTnLst>
                                    <p:set>
                                      <p:cBhvr>
                                        <p:cTn id="3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3" name="band-1"/>
          <p:cNvSpPr/>
          <p:nvPr/>
        </p:nvSpPr>
        <p:spPr>
          <a:xfrm rot="780000">
            <a:off x="0" y="182880"/>
            <a:ext cx="12188952" cy="2560320"/>
          </a:xfrm>
          <a:prstGeom prst="rect">
            <a:avLst/>
          </a:prstGeom>
          <a:solidFill>
            <a:srgbClr val="F5EDDC">
              <a:alpha val="5000"/>
            </a:srgbClr>
          </a:solidFill>
        </p:spPr>
      </p:sp>
      <p:sp>
        <p:nvSpPr>
          <p:cNvPr id="4" name="ground"/>
          <p:cNvSpPr/>
          <p:nvPr/>
        </p:nvSpPr>
        <p:spPr>
          <a:xfrm>
            <a:off x="0" y="512064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</p:spPr>
      </p:sp>
      <p:sp>
        <p:nvSpPr>
          <p:cNvPr id="5" name="lamp-pole"/>
          <p:cNvSpPr/>
          <p:nvPr/>
        </p:nvSpPr>
        <p:spPr>
          <a:xfrm>
            <a:off x="11430000" y="2103120"/>
            <a:ext cx="68580" cy="301752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6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7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</p:spPr>
      </p:sp>
      <p:sp>
        <p:nvSpPr>
          <p:cNvPr id="8" name="puddle"/>
          <p:cNvSpPr/>
          <p:nvPr/>
        </p:nvSpPr>
        <p:spPr>
          <a:xfrm>
            <a:off x="4791456" y="5202936"/>
            <a:ext cx="3200400" cy="38404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9" name="puddle-2"/>
          <p:cNvSpPr/>
          <p:nvPr/>
        </p:nvSpPr>
        <p:spPr>
          <a:xfrm>
            <a:off x="10012680" y="5253228"/>
            <a:ext cx="1600200" cy="310896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0" name="glint"/>
          <p:cNvSpPr/>
          <p:nvPr/>
        </p:nvSpPr>
        <p:spPr>
          <a:xfrm>
            <a:off x="10332720" y="5303520"/>
            <a:ext cx="868680" cy="137160"/>
          </a:xfrm>
          <a:prstGeom prst="ellipse">
            <a:avLst/>
          </a:prstGeom>
          <a:solidFill>
            <a:srgbClr val="E3B341">
              <a:alpha val="42000"/>
            </a:srgbClr>
          </a:solidFill>
        </p:spPr>
      </p:sp>
      <p:sp>
        <p:nvSpPr>
          <p:cNvPr id="11" name="ripple-1"/>
          <p:cNvSpPr/>
          <p:nvPr/>
        </p:nvSpPr>
        <p:spPr>
          <a:xfrm>
            <a:off x="5797296" y="5321808"/>
            <a:ext cx="1188720" cy="146304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12" name="ripple-2"/>
          <p:cNvSpPr/>
          <p:nvPr/>
        </p:nvSpPr>
        <p:spPr>
          <a:xfrm>
            <a:off x="5431536" y="5285232"/>
            <a:ext cx="1920240" cy="219456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13" name="ripple-3"/>
          <p:cNvSpPr/>
          <p:nvPr/>
        </p:nvSpPr>
        <p:spPr>
          <a:xfrm>
            <a:off x="5020056" y="5248656"/>
            <a:ext cx="2743200" cy="292608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14" name="ripple-4"/>
          <p:cNvSpPr/>
          <p:nvPr/>
        </p:nvSpPr>
        <p:spPr>
          <a:xfrm>
            <a:off x="5248656" y="5321808"/>
            <a:ext cx="566928" cy="109728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15" name="ripple-5"/>
          <p:cNvSpPr/>
          <p:nvPr/>
        </p:nvSpPr>
        <p:spPr>
          <a:xfrm>
            <a:off x="6775704" y="5285232"/>
            <a:ext cx="713232" cy="128016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16" name="ripple-6"/>
          <p:cNvSpPr/>
          <p:nvPr/>
        </p:nvSpPr>
        <p:spPr>
          <a:xfrm>
            <a:off x="7242048" y="5431536"/>
            <a:ext cx="502920" cy="91440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17" name="rain-far-01"/>
          <p:cNvSpPr/>
          <p:nvPr/>
        </p:nvSpPr>
        <p:spPr>
          <a:xfrm rot="-806340">
            <a:off x="11714378" y="2002536"/>
            <a:ext cx="14630" cy="636422"/>
          </a:xfrm>
          <a:prstGeom prst="rect">
            <a:avLst/>
          </a:prstGeom>
          <a:solidFill>
            <a:srgbClr val="E3B341">
              <a:alpha val="18000"/>
            </a:srgbClr>
          </a:solidFill>
        </p:spPr>
      </p:sp>
      <p:sp>
        <p:nvSpPr>
          <p:cNvPr id="18" name="rain-far-02"/>
          <p:cNvSpPr/>
          <p:nvPr/>
        </p:nvSpPr>
        <p:spPr>
          <a:xfrm rot="-979680">
            <a:off x="2195474" y="3947465"/>
            <a:ext cx="14630" cy="59344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19" name="rain-far-03"/>
          <p:cNvSpPr/>
          <p:nvPr/>
        </p:nvSpPr>
        <p:spPr>
          <a:xfrm rot="-666720">
            <a:off x="3443630" y="3918204"/>
            <a:ext cx="14630" cy="747979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0" name="rain-far-04"/>
          <p:cNvSpPr/>
          <p:nvPr/>
        </p:nvSpPr>
        <p:spPr>
          <a:xfrm rot="-693780">
            <a:off x="4753966" y="1509674"/>
            <a:ext cx="14630" cy="61539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1" name="rain-far-05"/>
          <p:cNvSpPr/>
          <p:nvPr/>
        </p:nvSpPr>
        <p:spPr>
          <a:xfrm rot="-691260">
            <a:off x="6271870" y="3783787"/>
            <a:ext cx="14630" cy="82661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2" name="rain-far-06"/>
          <p:cNvSpPr/>
          <p:nvPr/>
        </p:nvSpPr>
        <p:spPr>
          <a:xfrm rot="-899520">
            <a:off x="8332013" y="3049524"/>
            <a:ext cx="14630" cy="703174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3" name="rain-far-07"/>
          <p:cNvSpPr/>
          <p:nvPr/>
        </p:nvSpPr>
        <p:spPr>
          <a:xfrm rot="-730020">
            <a:off x="1627632" y="3707892"/>
            <a:ext cx="14630" cy="588874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4" name="rain-far-08"/>
          <p:cNvSpPr/>
          <p:nvPr/>
        </p:nvSpPr>
        <p:spPr>
          <a:xfrm rot="-862560">
            <a:off x="3487522" y="1726387"/>
            <a:ext cx="14630" cy="66659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5" name="rain-far-09"/>
          <p:cNvSpPr/>
          <p:nvPr/>
        </p:nvSpPr>
        <p:spPr>
          <a:xfrm rot="-710580">
            <a:off x="1417320" y="1715414"/>
            <a:ext cx="14630" cy="86685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6" name="rain-far-10"/>
          <p:cNvSpPr/>
          <p:nvPr/>
        </p:nvSpPr>
        <p:spPr>
          <a:xfrm rot="-843480">
            <a:off x="7819034" y="3922776"/>
            <a:ext cx="14630" cy="708660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7" name="rain-far-11"/>
          <p:cNvSpPr/>
          <p:nvPr/>
        </p:nvSpPr>
        <p:spPr>
          <a:xfrm rot="-978240">
            <a:off x="4253789" y="4152290"/>
            <a:ext cx="14630" cy="766267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8" name="rain-far-12"/>
          <p:cNvSpPr/>
          <p:nvPr/>
        </p:nvSpPr>
        <p:spPr>
          <a:xfrm rot="-748920">
            <a:off x="6058814" y="3845052"/>
            <a:ext cx="14630" cy="835762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9" name="rain-far-13"/>
          <p:cNvSpPr/>
          <p:nvPr/>
        </p:nvSpPr>
        <p:spPr>
          <a:xfrm rot="-856320">
            <a:off x="8400593" y="2849270"/>
            <a:ext cx="14630" cy="84947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0" name="rain-far-14"/>
          <p:cNvSpPr/>
          <p:nvPr/>
        </p:nvSpPr>
        <p:spPr>
          <a:xfrm rot="-820800">
            <a:off x="203911" y="4285793"/>
            <a:ext cx="14630" cy="76809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1" name="rain-far-15"/>
          <p:cNvSpPr/>
          <p:nvPr/>
        </p:nvSpPr>
        <p:spPr>
          <a:xfrm rot="-1011960">
            <a:off x="8986723" y="1594714"/>
            <a:ext cx="14630" cy="633679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2" name="rain-far-16"/>
          <p:cNvSpPr/>
          <p:nvPr/>
        </p:nvSpPr>
        <p:spPr>
          <a:xfrm rot="-710880">
            <a:off x="5012741" y="2746858"/>
            <a:ext cx="14630" cy="76169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3" name="rain-far-17"/>
          <p:cNvSpPr/>
          <p:nvPr/>
        </p:nvSpPr>
        <p:spPr>
          <a:xfrm rot="-921000">
            <a:off x="6986930" y="2818181"/>
            <a:ext cx="14630" cy="65562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4" name="rain-far-18"/>
          <p:cNvSpPr/>
          <p:nvPr/>
        </p:nvSpPr>
        <p:spPr>
          <a:xfrm rot="-777120">
            <a:off x="8938260" y="2359152"/>
            <a:ext cx="14630" cy="60076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5" name="rain-far-19"/>
          <p:cNvSpPr/>
          <p:nvPr/>
        </p:nvSpPr>
        <p:spPr>
          <a:xfrm rot="-773400">
            <a:off x="5666537" y="2029054"/>
            <a:ext cx="14630" cy="68945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6" name="rain-far-20"/>
          <p:cNvSpPr/>
          <p:nvPr/>
        </p:nvSpPr>
        <p:spPr>
          <a:xfrm rot="-750480">
            <a:off x="5570525" y="3159252"/>
            <a:ext cx="14630" cy="70774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7" name="rain-far-21"/>
          <p:cNvSpPr/>
          <p:nvPr/>
        </p:nvSpPr>
        <p:spPr>
          <a:xfrm rot="-889380">
            <a:off x="11558930" y="4042562"/>
            <a:ext cx="14630" cy="613562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8" name="rain-far-22"/>
          <p:cNvSpPr/>
          <p:nvPr/>
        </p:nvSpPr>
        <p:spPr>
          <a:xfrm rot="-726180">
            <a:off x="2890418" y="4129430"/>
            <a:ext cx="14630" cy="67025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9" name="rain-mid-01"/>
          <p:cNvSpPr/>
          <p:nvPr/>
        </p:nvSpPr>
        <p:spPr>
          <a:xfrm rot="-712260">
            <a:off x="1710842" y="2422246"/>
            <a:ext cx="23774" cy="1103681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0" name="rain-mid-02"/>
          <p:cNvSpPr/>
          <p:nvPr/>
        </p:nvSpPr>
        <p:spPr>
          <a:xfrm rot="-756540">
            <a:off x="8484718" y="1629461"/>
            <a:ext cx="23774" cy="126187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1" name="rain-mid-03"/>
          <p:cNvSpPr/>
          <p:nvPr/>
        </p:nvSpPr>
        <p:spPr>
          <a:xfrm rot="-797580">
            <a:off x="7797089" y="2731313"/>
            <a:ext cx="23774" cy="101864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2" name="rain-mid-04"/>
          <p:cNvSpPr/>
          <p:nvPr/>
        </p:nvSpPr>
        <p:spPr>
          <a:xfrm rot="-677160">
            <a:off x="6216091" y="2772461"/>
            <a:ext cx="23774" cy="1294790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3" name="rain-mid-05"/>
          <p:cNvSpPr/>
          <p:nvPr/>
        </p:nvSpPr>
        <p:spPr>
          <a:xfrm rot="-788460">
            <a:off x="627278" y="3417113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4" name="rain-mid-06"/>
          <p:cNvSpPr/>
          <p:nvPr/>
        </p:nvSpPr>
        <p:spPr>
          <a:xfrm rot="-728580">
            <a:off x="2074774" y="1907438"/>
            <a:ext cx="23774" cy="1058875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5" name="rain-mid-07"/>
          <p:cNvSpPr/>
          <p:nvPr/>
        </p:nvSpPr>
        <p:spPr>
          <a:xfrm rot="-675600">
            <a:off x="5648249" y="1279246"/>
            <a:ext cx="23774" cy="1091794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6" name="rain-mid-08"/>
          <p:cNvSpPr/>
          <p:nvPr/>
        </p:nvSpPr>
        <p:spPr>
          <a:xfrm rot="-930840">
            <a:off x="6300216" y="1516990"/>
            <a:ext cx="23774" cy="1264615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7" name="rain-mid-09"/>
          <p:cNvSpPr/>
          <p:nvPr/>
        </p:nvSpPr>
        <p:spPr>
          <a:xfrm rot="-960420">
            <a:off x="866851" y="2652674"/>
            <a:ext cx="23774" cy="135148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8" name="rain-mid-10"/>
          <p:cNvSpPr/>
          <p:nvPr/>
        </p:nvSpPr>
        <p:spPr>
          <a:xfrm rot="-953640">
            <a:off x="2195474" y="2078431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9" name="rain-mid-11"/>
          <p:cNvSpPr/>
          <p:nvPr/>
        </p:nvSpPr>
        <p:spPr>
          <a:xfrm rot="-929100">
            <a:off x="9199778" y="1814170"/>
            <a:ext cx="23774" cy="133776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0" name="rain-mid-12"/>
          <p:cNvSpPr/>
          <p:nvPr/>
        </p:nvSpPr>
        <p:spPr>
          <a:xfrm rot="-728940">
            <a:off x="1803197" y="2865730"/>
            <a:ext cx="23774" cy="114574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1" name="rain-mid-13"/>
          <p:cNvSpPr/>
          <p:nvPr/>
        </p:nvSpPr>
        <p:spPr>
          <a:xfrm rot="-753240">
            <a:off x="9108338" y="1356055"/>
            <a:ext cx="23774" cy="1019556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2" name="rain-mid-14"/>
          <p:cNvSpPr/>
          <p:nvPr/>
        </p:nvSpPr>
        <p:spPr>
          <a:xfrm rot="-856860">
            <a:off x="671170" y="2651760"/>
            <a:ext cx="23774" cy="126004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3" name="rain-mid-15"/>
          <p:cNvSpPr/>
          <p:nvPr/>
        </p:nvSpPr>
        <p:spPr>
          <a:xfrm rot="-816780">
            <a:off x="1906524" y="1984248"/>
            <a:ext cx="23774" cy="1042416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4" name="rain-mid-16"/>
          <p:cNvSpPr/>
          <p:nvPr/>
        </p:nvSpPr>
        <p:spPr>
          <a:xfrm rot="-705600">
            <a:off x="11486693" y="2088490"/>
            <a:ext cx="23774" cy="1118311"/>
          </a:xfrm>
          <a:prstGeom prst="rect">
            <a:avLst/>
          </a:prstGeom>
          <a:solidFill>
            <a:srgbClr val="E3B341">
              <a:alpha val="32000"/>
            </a:srgbClr>
          </a:solidFill>
        </p:spPr>
      </p:sp>
      <p:sp>
        <p:nvSpPr>
          <p:cNvPr id="55" name="rain-mid-17"/>
          <p:cNvSpPr/>
          <p:nvPr/>
        </p:nvSpPr>
        <p:spPr>
          <a:xfrm rot="-682980">
            <a:off x="8628278" y="2592324"/>
            <a:ext cx="23774" cy="997610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6" name="rain-mid-18"/>
          <p:cNvSpPr/>
          <p:nvPr/>
        </p:nvSpPr>
        <p:spPr>
          <a:xfrm rot="-821280">
            <a:off x="3702406" y="3968496"/>
            <a:ext cx="23774" cy="106436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7" name="rain-near-01"/>
          <p:cNvSpPr/>
          <p:nvPr/>
        </p:nvSpPr>
        <p:spPr>
          <a:xfrm rot="-978180">
            <a:off x="3546958" y="2509114"/>
            <a:ext cx="40234" cy="181051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58" name="rain-near-02"/>
          <p:cNvSpPr/>
          <p:nvPr/>
        </p:nvSpPr>
        <p:spPr>
          <a:xfrm rot="-893460">
            <a:off x="2935224" y="3198571"/>
            <a:ext cx="40234" cy="1706270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59" name="rain-near-03"/>
          <p:cNvSpPr/>
          <p:nvPr/>
        </p:nvSpPr>
        <p:spPr>
          <a:xfrm rot="-762900">
            <a:off x="7289597" y="850392"/>
            <a:ext cx="40234" cy="176387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0" name="rain-near-04"/>
          <p:cNvSpPr/>
          <p:nvPr/>
        </p:nvSpPr>
        <p:spPr>
          <a:xfrm rot="-833100">
            <a:off x="1096366" y="3032150"/>
            <a:ext cx="40234" cy="180228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1" name="rain-near-05"/>
          <p:cNvSpPr/>
          <p:nvPr/>
        </p:nvSpPr>
        <p:spPr>
          <a:xfrm rot="-672960">
            <a:off x="7015277" y="499262"/>
            <a:ext cx="40234" cy="194767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2" name="rain-near-06"/>
          <p:cNvSpPr/>
          <p:nvPr/>
        </p:nvSpPr>
        <p:spPr>
          <a:xfrm rot="-686520">
            <a:off x="5554980" y="540410"/>
            <a:ext cx="40234" cy="198241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3" name="rain-near-07"/>
          <p:cNvSpPr/>
          <p:nvPr/>
        </p:nvSpPr>
        <p:spPr>
          <a:xfrm rot="-950220">
            <a:off x="6639458" y="854964"/>
            <a:ext cx="40234" cy="1827886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4" name="rain-near-08"/>
          <p:cNvSpPr/>
          <p:nvPr/>
        </p:nvSpPr>
        <p:spPr>
          <a:xfrm rot="-879060">
            <a:off x="6505042" y="2921508"/>
            <a:ext cx="40234" cy="1714500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5" name="rain-near-09"/>
          <p:cNvSpPr/>
          <p:nvPr/>
        </p:nvSpPr>
        <p:spPr>
          <a:xfrm rot="-763020">
            <a:off x="5762549" y="2187245"/>
            <a:ext cx="40234" cy="209031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6" name="rain-near-10"/>
          <p:cNvSpPr/>
          <p:nvPr/>
        </p:nvSpPr>
        <p:spPr>
          <a:xfrm rot="-991020">
            <a:off x="5437937" y="2384755"/>
            <a:ext cx="40234" cy="213055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7" name="rain-near-11"/>
          <p:cNvSpPr/>
          <p:nvPr/>
        </p:nvSpPr>
        <p:spPr>
          <a:xfrm rot="-816480">
            <a:off x="9459468" y="2649931"/>
            <a:ext cx="40234" cy="177667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8" name="rain-near-12"/>
          <p:cNvSpPr/>
          <p:nvPr/>
        </p:nvSpPr>
        <p:spPr>
          <a:xfrm rot="-702600">
            <a:off x="4993538" y="2991002"/>
            <a:ext cx="40234" cy="208208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9" name="rain-near-13"/>
          <p:cNvSpPr/>
          <p:nvPr/>
        </p:nvSpPr>
        <p:spPr>
          <a:xfrm rot="-966420">
            <a:off x="8838590" y="2123237"/>
            <a:ext cx="40234" cy="190743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0" name="rain-near-14"/>
          <p:cNvSpPr/>
          <p:nvPr/>
        </p:nvSpPr>
        <p:spPr>
          <a:xfrm rot="-915660">
            <a:off x="2946197" y="2296973"/>
            <a:ext cx="40234" cy="2170786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1" name="sky-flash"/>
          <p:cNvSpPr/>
          <p:nvPr/>
        </p:nvSpPr>
        <p:spPr>
          <a:xfrm>
            <a:off x="1463040" y="1051560"/>
            <a:ext cx="9235440" cy="1371600"/>
          </a:xfrm>
          <a:prstGeom prst="ellipse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72" name="bolt-1"/>
          <p:cNvSpPr/>
          <p:nvPr/>
        </p:nvSpPr>
        <p:spPr>
          <a:xfrm rot="969840">
            <a:off x="6755587" y="10973"/>
            <a:ext cx="58522" cy="1313993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3" name="bolt-2"/>
          <p:cNvSpPr/>
          <p:nvPr/>
        </p:nvSpPr>
        <p:spPr>
          <a:xfrm rot="1906620">
            <a:off x="6252667" y="1207008"/>
            <a:ext cx="58522" cy="1215238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4" name="bolt-3"/>
          <p:cNvSpPr/>
          <p:nvPr/>
        </p:nvSpPr>
        <p:spPr>
          <a:xfrm rot="-1630200">
            <a:off x="6197803" y="2267712"/>
            <a:ext cx="58522" cy="1161288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5" name="bolt-4"/>
          <p:cNvSpPr/>
          <p:nvPr/>
        </p:nvSpPr>
        <p:spPr>
          <a:xfrm rot="1145580">
            <a:off x="6298387" y="3337560"/>
            <a:ext cx="58522" cy="1006754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6" name="bolt-5"/>
          <p:cNvSpPr/>
          <p:nvPr/>
        </p:nvSpPr>
        <p:spPr>
          <a:xfrm rot="-931440">
            <a:off x="6248095" y="4300423"/>
            <a:ext cx="58522" cy="854050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7" name="fork-1"/>
          <p:cNvSpPr/>
          <p:nvPr/>
        </p:nvSpPr>
        <p:spPr>
          <a:xfrm rot="3130320">
            <a:off x="5807354" y="2735885"/>
            <a:ext cx="43891" cy="983894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8" name="fork-2"/>
          <p:cNvSpPr/>
          <p:nvPr/>
        </p:nvSpPr>
        <p:spPr>
          <a:xfrm rot="-3590580">
            <a:off x="6747358" y="3513125"/>
            <a:ext cx="43891" cy="946404"/>
          </a:xfrm>
          <a:prstGeom prst="rect">
            <a:avLst/>
          </a:prstGeom>
          <a:solidFill>
            <a:srgbClr val="F5EDDC"/>
          </a:solidFill>
        </p:spPr>
      </p:sp>
      <p:sp>
        <p:nvSpPr>
          <p:cNvPr id="79" name="afterglow"/>
          <p:cNvSpPr/>
          <p:nvPr/>
        </p:nvSpPr>
        <p:spPr>
          <a:xfrm>
            <a:off x="5751576" y="4663440"/>
            <a:ext cx="1280160" cy="640080"/>
          </a:xfrm>
          <a:prstGeom prst="ellipse">
            <a:avLst/>
          </a:prstGeom>
          <a:solidFill>
            <a:srgbClr val="E3B341">
              <a:alpha val="55000"/>
            </a:srgbClr>
          </a:solidFill>
        </p:spPr>
      </p:sp>
      <p:sp>
        <p:nvSpPr>
          <p:cNvPr id="80" name="shock-1"/>
          <p:cNvSpPr/>
          <p:nvPr/>
        </p:nvSpPr>
        <p:spPr>
          <a:xfrm>
            <a:off x="5888736" y="4956048"/>
            <a:ext cx="1005840" cy="274320"/>
          </a:xfrm>
          <a:prstGeom prst="ellipse">
            <a:avLst/>
          </a:prstGeom>
          <a:ln w="17780">
            <a:solidFill>
              <a:srgbClr val="F5EDDC">
                <a:alpha val="80000"/>
              </a:srgbClr>
            </a:solidFill>
            <a:prstDash val="solid"/>
          </a:ln>
        </p:spPr>
      </p:sp>
      <p:sp>
        <p:nvSpPr>
          <p:cNvPr id="81" name="shock-2"/>
          <p:cNvSpPr/>
          <p:nvPr/>
        </p:nvSpPr>
        <p:spPr>
          <a:xfrm>
            <a:off x="5431536" y="4882896"/>
            <a:ext cx="1920240" cy="438912"/>
          </a:xfrm>
          <a:prstGeom prst="ellipse">
            <a:avLst/>
          </a:prstGeom>
          <a:ln w="17780">
            <a:solidFill>
              <a:srgbClr val="F5EDDC">
                <a:alpha val="80000"/>
              </a:srgbClr>
            </a:solidFill>
            <a:prstDash val="solid"/>
          </a:ln>
        </p:spPr>
      </p:sp>
      <p:sp>
        <p:nvSpPr>
          <p:cNvPr id="82" name="shock-3"/>
          <p:cNvSpPr/>
          <p:nvPr/>
        </p:nvSpPr>
        <p:spPr>
          <a:xfrm>
            <a:off x="4974336" y="4809744"/>
            <a:ext cx="2834640" cy="603504"/>
          </a:xfrm>
          <a:prstGeom prst="ellipse">
            <a:avLst/>
          </a:prstGeom>
          <a:ln w="17780">
            <a:solidFill>
              <a:srgbClr val="F5EDDC">
                <a:alpha val="80000"/>
              </a:srgbClr>
            </a:solidFill>
            <a:prstDash val="solid"/>
          </a:ln>
        </p:spPr>
      </p:sp>
      <p:sp>
        <p:nvSpPr>
          <p:cNvPr id="83" name="title"/>
          <p:cNvSpPr/>
          <p:nvPr/>
        </p:nvSpPr>
        <p:spPr>
          <a:xfrm>
            <a:off x="1097280" y="5596128"/>
            <a:ext cx="996696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EDD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天裂开，只有一瞬</a:t>
            </a:r>
            <a:endParaRPr lang="en-US" sz="6000" dirty="0"/>
          </a:p>
        </p:txBody>
      </p:sp>
      <p:sp>
        <p:nvSpPr>
          <p:cNvPr id="84" name="stamp-time-4"/>
          <p:cNvSpPr/>
          <p:nvPr/>
        </p:nvSpPr>
        <p:spPr>
          <a:xfrm>
            <a:off x="777240" y="475488"/>
            <a:ext cx="18470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9C8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18:53</a:t>
            </a:r>
            <a:endParaRPr lang="en-US" sz="2400" dirty="0"/>
          </a:p>
        </p:txBody>
      </p:sp>
      <p:sp>
        <p:nvSpPr>
          <p:cNvPr id="85" name="stamp-label-4"/>
          <p:cNvSpPr/>
          <p:nvPr/>
        </p:nvSpPr>
        <p:spPr>
          <a:xfrm>
            <a:off x="777240" y="1005840"/>
            <a:ext cx="1847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79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第四幕 · 炸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 advTm="5000">
        <p159:morph option="byObject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300"/>
                            </p:stCondLst>
                            <p:childTnLst>
                              <p:par>
                                <p:cTn id="10" presetID="42" presetClass="entr" presetSubtype="0" accel="50000" decel="5000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60"/>
                            </p:stCondLst>
                            <p:childTnLst>
                              <p:par>
                                <p:cTn id="15" presetID="6" presetClass="emph" presetSubtype="0" repeatCount="3000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6" dur="380" fill="hold"/>
                                        <p:tgtEl>
                                          <p:spTgt spid="71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160"/>
                            </p:stCondLst>
                            <p:childTnLst>
                              <p:par>
                                <p:cTn id="18" presetID="6" presetClass="emph" presetSubtype="0" repeatCount="3000" fill="hold" nodeType="afterEffect">
                                  <p:stCondLst>
                                    <p:cond delay="1420"/>
                                  </p:stCondLst>
                                  <p:childTnLst>
                                    <p:animScale>
                                      <p:cBhvr>
                                        <p:cTn id="19" dur="420" fill="hold"/>
                                        <p:tgtEl>
                                          <p:spTgt spid="79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8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83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962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45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32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23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19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180"/>
                            </p:stCondLst>
                            <p:childTnLst>
                              <p:par>
                                <p:cTn id="42" presetID="53" presetClass="entr" presetSubtype="16" accel="50000" decel="50000" fill="hold" nodeType="after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030"/>
                            </p:stCondLst>
                            <p:childTnLst>
                              <p:par>
                                <p:cTn id="48" presetID="53" presetClass="entr" presetSubtype="16" accel="50000" decel="50000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9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9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10"/>
                            </p:stCondLst>
                            <p:childTnLst>
                              <p:par>
                                <p:cTn id="54" presetID="53" presetClass="entr" presetSubtype="16" accel="50000" decel="50000" fill="hold" nodeType="after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8620"/>
                            </p:stCondLst>
                            <p:childTnLst>
                              <p:par>
                                <p:cTn id="60" presetID="42" presetClass="entr" presetSubtype="0" accel="50000" decel="50000" fill="hold" nodeType="after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220"/>
                            </p:stCondLst>
                            <p:childTnLst>
                              <p:par>
                                <p:cTn id="6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3720"/>
                            </p:stCondLst>
                            <p:childTnLst>
                              <p:par>
                                <p:cTn id="70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780"/>
                            </p:stCondLst>
                            <p:childTnLst>
                              <p:par>
                                <p:cTn id="75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7900"/>
                            </p:stCondLst>
                            <p:childTnLst>
                              <p:par>
                                <p:cTn id="80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9080"/>
                            </p:stCondLst>
                            <p:childTnLst>
                              <p:par>
                                <p:cTn id="85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1320"/>
                            </p:stCondLst>
                            <p:childTnLst>
                              <p:par>
                                <p:cTn id="90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3620"/>
                            </p:stCondLst>
                            <p:childTnLst>
                              <p:par>
                                <p:cTn id="95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5980"/>
                            </p:stCondLst>
                            <p:childTnLst>
                              <p:par>
                                <p:cTn id="10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8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8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6980"/>
                            </p:stCondLst>
                            <p:childTnLst>
                              <p:par>
                                <p:cTn id="105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8540"/>
                            </p:stCondLst>
                            <p:childTnLst>
                              <p:par>
                                <p:cTn id="110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8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8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660"/>
                            </p:stCondLst>
                            <p:childTnLst>
                              <p:par>
                                <p:cTn id="115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3340"/>
                            </p:stCondLst>
                            <p:childTnLst>
                              <p:par>
                                <p:cTn id="120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5580"/>
                            </p:stCondLst>
                            <p:childTnLst>
                              <p:par>
                                <p:cTn id="125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7880"/>
                            </p:stCondLst>
                            <p:childTnLst>
                              <p:par>
                                <p:cTn id="130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2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2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740"/>
                            </p:stCondLst>
                            <p:childTnLst>
                              <p:par>
                                <p:cTn id="13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9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9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1740"/>
                            </p:stCondLst>
                            <p:childTnLst>
                              <p:par>
                                <p:cTn id="140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63300"/>
                            </p:stCondLst>
                            <p:childTnLst>
                              <p:par>
                                <p:cTn id="145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64920"/>
                            </p:stCondLst>
                            <p:childTnLst>
                              <p:par>
                                <p:cTn id="150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1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6600"/>
                            </p:stCondLst>
                            <p:childTnLst>
                              <p:par>
                                <p:cTn id="155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8340"/>
                            </p:stCondLst>
                            <p:childTnLst>
                              <p:par>
                                <p:cTn id="160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1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70640"/>
                            </p:stCondLst>
                            <p:childTnLst>
                              <p:par>
                                <p:cTn id="165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2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2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73500"/>
                            </p:stCondLst>
                            <p:childTnLst>
                              <p:par>
                                <p:cTn id="17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8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18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75500"/>
                            </p:stCondLst>
                            <p:childTnLst>
                              <p:par>
                                <p:cTn id="17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8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8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6500"/>
                            </p:stCondLst>
                            <p:childTnLst>
                              <p:par>
                                <p:cTn id="180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77560"/>
                            </p:stCondLst>
                            <p:childTnLst>
                              <p:par>
                                <p:cTn id="185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0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10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9180"/>
                            </p:stCondLst>
                            <p:childTnLst>
                              <p:par>
                                <p:cTn id="190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10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10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80860"/>
                            </p:stCondLst>
                            <p:childTnLst>
                              <p:par>
                                <p:cTn id="195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1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1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82600"/>
                            </p:stCondLst>
                            <p:childTnLst>
                              <p:par>
                                <p:cTn id="200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83900"/>
                            </p:stCondLst>
                            <p:childTnLst>
                              <p:par>
                                <p:cTn id="205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5260"/>
                            </p:stCondLst>
                            <p:childTnLst>
                              <p:par>
                                <p:cTn id="21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86260"/>
                            </p:stCondLst>
                            <p:childTnLst>
                              <p:par>
                                <p:cTn id="215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9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9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87320"/>
                            </p:stCondLst>
                            <p:childTnLst>
                              <p:par>
                                <p:cTn id="220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8440"/>
                            </p:stCondLst>
                            <p:childTnLst>
                              <p:par>
                                <p:cTn id="225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8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8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89620"/>
                            </p:stCondLst>
                            <p:childTnLst>
                              <p:par>
                                <p:cTn id="230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1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1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1360"/>
                            </p:stCondLst>
                            <p:childTnLst>
                              <p:par>
                                <p:cTn id="235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92660"/>
                            </p:stCondLst>
                            <p:childTnLst>
                              <p:par>
                                <p:cTn id="240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9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9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94020"/>
                            </p:stCondLst>
                            <p:childTnLst>
                              <p:par>
                                <p:cTn id="24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95020"/>
                            </p:stCondLst>
                            <p:childTnLst>
                              <p:par>
                                <p:cTn id="250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9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9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96080"/>
                            </p:stCondLst>
                            <p:childTnLst>
                              <p:par>
                                <p:cTn id="255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8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8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97200"/>
                            </p:stCondLst>
                            <p:childTnLst>
                              <p:par>
                                <p:cTn id="260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1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1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8880"/>
                            </p:stCondLst>
                            <p:childTnLst>
                              <p:par>
                                <p:cTn id="26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6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6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99880"/>
                            </p:stCondLst>
                            <p:childTnLst>
                              <p:par>
                                <p:cTn id="270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9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9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0940"/>
                            </p:stCondLst>
                            <p:childTnLst>
                              <p:par>
                                <p:cTn id="275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01560"/>
                            </p:stCondLst>
                            <p:childTnLst>
                              <p:par>
                                <p:cTn id="280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8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8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02740"/>
                            </p:stCondLst>
                            <p:childTnLst>
                              <p:par>
                                <p:cTn id="285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03480"/>
                            </p:stCondLst>
                            <p:childTnLst>
                              <p:par>
                                <p:cTn id="290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04280"/>
                            </p:stCondLst>
                            <p:childTnLst>
                              <p:par>
                                <p:cTn id="295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05140"/>
                            </p:stCondLst>
                            <p:childTnLst>
                              <p:par>
                                <p:cTn id="30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8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8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06140"/>
                            </p:stCondLst>
                            <p:childTnLst>
                              <p:par>
                                <p:cTn id="305" presetID="2" presetClass="entr" presetSubtype="1" repeatCount="indefinite" accel="5000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6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6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07200"/>
                            </p:stCondLst>
                            <p:childTnLst>
                              <p:par>
                                <p:cTn id="310" presetID="2" presetClass="entr" presetSubtype="1" repeatCount="indefinite" ac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6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6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08320"/>
                            </p:stCondLst>
                            <p:childTnLst>
                              <p:par>
                                <p:cTn id="315" presetID="2" presetClass="entr" presetSubtype="1" repeatCount="indefinite" accel="5000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9500"/>
                            </p:stCondLst>
                            <p:childTnLst>
                              <p:par>
                                <p:cTn id="320" presetID="2" presetClass="entr" presetSubtype="1" repeatCount="indefinite" accel="5000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10740"/>
                            </p:stCondLst>
                            <p:childTnLst>
                              <p:par>
                                <p:cTn id="325" presetID="2" presetClass="entr" presetSubtype="1" repeatCount="indefinite" ac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6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6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12040"/>
                            </p:stCondLst>
                            <p:childTnLst>
                              <p:par>
                                <p:cTn id="330" presetID="2" presetClass="entr" presetSubtype="1" repeatCount="indefinite" accel="5000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7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7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13400"/>
                            </p:stCondLst>
                            <p:childTnLst>
                              <p:par>
                                <p:cTn id="335" presetID="53" presetClass="entr" presetSubtype="16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4900"/>
                            </p:stCondLst>
                            <p:childTnLst>
                              <p:par>
                                <p:cTn id="341" presetID="53" presetClass="entr" presetSubtype="16" repeatCount="indefinite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6650"/>
                            </p:stCondLst>
                            <p:childTnLst>
                              <p:par>
                                <p:cTn id="347" presetID="53" presetClass="entr" presetSubtype="16" repeatCount="indefinite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8650"/>
                            </p:stCondLst>
                            <p:childTnLst>
                              <p:par>
                                <p:cTn id="353" presetID="53" presetClass="entr" presetSubtype="16" repeatCount="indefinite" accel="50000" de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7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9770"/>
                            </p:stCondLst>
                            <p:childTnLst>
                              <p:par>
                                <p:cTn id="359" presetID="53" presetClass="entr" presetSubtype="16" repeatCount="indefinite" accel="50000" decel="50000" fill="hold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3" dur="1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21690"/>
                            </p:stCondLst>
                            <p:childTnLst>
                              <p:par>
                                <p:cTn id="365" presetID="53" presetClass="entr" presetSubtype="16" repeatCount="indefinite" accel="50000" decel="5000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1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1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9" dur="1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3" name="band-1"/>
          <p:cNvSpPr/>
          <p:nvPr/>
        </p:nvSpPr>
        <p:spPr>
          <a:xfrm rot="780000">
            <a:off x="0" y="274320"/>
            <a:ext cx="12188952" cy="2743200"/>
          </a:xfrm>
          <a:prstGeom prst="rect">
            <a:avLst/>
          </a:prstGeom>
          <a:solidFill>
            <a:srgbClr val="F5EDDC">
              <a:alpha val="5000"/>
            </a:srgbClr>
          </a:solidFill>
        </p:spPr>
      </p:sp>
      <p:sp>
        <p:nvSpPr>
          <p:cNvPr id="4" name="ray-1"/>
          <p:cNvSpPr/>
          <p:nvPr/>
        </p:nvSpPr>
        <p:spPr>
          <a:xfrm>
            <a:off x="2130552" y="1824228"/>
            <a:ext cx="6400800" cy="100584"/>
          </a:xfrm>
          <a:prstGeom prst="rect">
            <a:avLst/>
          </a:prstGeom>
          <a:solidFill>
            <a:srgbClr val="F5EDDC">
              <a:alpha val="16000"/>
            </a:srgbClr>
          </a:solidFill>
        </p:spPr>
      </p:sp>
      <p:sp>
        <p:nvSpPr>
          <p:cNvPr id="5" name="ray-2"/>
          <p:cNvSpPr/>
          <p:nvPr/>
        </p:nvSpPr>
        <p:spPr>
          <a:xfrm rot="5400000">
            <a:off x="2130552" y="1824228"/>
            <a:ext cx="6400800" cy="100584"/>
          </a:xfrm>
          <a:prstGeom prst="rect">
            <a:avLst/>
          </a:prstGeom>
          <a:solidFill>
            <a:srgbClr val="F5EDDC">
              <a:alpha val="16000"/>
            </a:srgbClr>
          </a:solidFill>
        </p:spPr>
      </p:sp>
      <p:sp>
        <p:nvSpPr>
          <p:cNvPr id="6" name="cloud5-1"/>
          <p:cNvSpPr/>
          <p:nvPr/>
        </p:nvSpPr>
        <p:spPr>
          <a:xfrm>
            <a:off x="91440" y="1097280"/>
            <a:ext cx="3383280" cy="1600200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7" name="cloud5-2"/>
          <p:cNvSpPr/>
          <p:nvPr/>
        </p:nvSpPr>
        <p:spPr>
          <a:xfrm>
            <a:off x="1600200" y="566928"/>
            <a:ext cx="3063240" cy="1371600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8" name="cloud5-3"/>
          <p:cNvSpPr/>
          <p:nvPr/>
        </p:nvSpPr>
        <p:spPr>
          <a:xfrm>
            <a:off x="5989320" y="658368"/>
            <a:ext cx="3246120" cy="148132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9" name="cloud5-4"/>
          <p:cNvSpPr/>
          <p:nvPr/>
        </p:nvSpPr>
        <p:spPr>
          <a:xfrm>
            <a:off x="8092440" y="1133856"/>
            <a:ext cx="4069080" cy="166420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0" name="cloud5-5"/>
          <p:cNvSpPr/>
          <p:nvPr/>
        </p:nvSpPr>
        <p:spPr>
          <a:xfrm>
            <a:off x="8732520" y="164592"/>
            <a:ext cx="3017520" cy="1280160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1" name="sun"/>
          <p:cNvSpPr/>
          <p:nvPr/>
        </p:nvSpPr>
        <p:spPr>
          <a:xfrm>
            <a:off x="4828032" y="1371600"/>
            <a:ext cx="1005840" cy="1005840"/>
          </a:xfrm>
          <a:prstGeom prst="ellipse">
            <a:avLst/>
          </a:prstGeom>
          <a:solidFill>
            <a:srgbClr val="E3B341">
              <a:alpha val="92000"/>
            </a:srgbClr>
          </a:solidFill>
        </p:spPr>
      </p:sp>
      <p:sp>
        <p:nvSpPr>
          <p:cNvPr id="12" name="ground"/>
          <p:cNvSpPr/>
          <p:nvPr/>
        </p:nvSpPr>
        <p:spPr>
          <a:xfrm>
            <a:off x="0" y="507492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</p:spPr>
      </p:sp>
      <p:sp>
        <p:nvSpPr>
          <p:cNvPr id="13" name="lamp-pole"/>
          <p:cNvSpPr/>
          <p:nvPr/>
        </p:nvSpPr>
        <p:spPr>
          <a:xfrm>
            <a:off x="11430000" y="2103120"/>
            <a:ext cx="68580" cy="29718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14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15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</p:spPr>
      </p:sp>
      <p:sp>
        <p:nvSpPr>
          <p:cNvPr id="16" name="puddle"/>
          <p:cNvSpPr/>
          <p:nvPr/>
        </p:nvSpPr>
        <p:spPr>
          <a:xfrm>
            <a:off x="4791456" y="5202936"/>
            <a:ext cx="3200400" cy="384048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7" name="puddle-2"/>
          <p:cNvSpPr/>
          <p:nvPr/>
        </p:nvSpPr>
        <p:spPr>
          <a:xfrm>
            <a:off x="10012680" y="5253228"/>
            <a:ext cx="1600200" cy="310896"/>
          </a:xfrm>
          <a:prstGeom prst="ellipse">
            <a:avLst/>
          </a:prstGeom>
          <a:solidFill>
            <a:srgbClr val="1C1A17"/>
          </a:solidFill>
        </p:spPr>
      </p:sp>
      <p:sp>
        <p:nvSpPr>
          <p:cNvPr id="18" name="glint"/>
          <p:cNvSpPr/>
          <p:nvPr/>
        </p:nvSpPr>
        <p:spPr>
          <a:xfrm>
            <a:off x="10332720" y="5303520"/>
            <a:ext cx="868680" cy="137160"/>
          </a:xfrm>
          <a:prstGeom prst="ellipse">
            <a:avLst/>
          </a:prstGeom>
          <a:solidFill>
            <a:srgbClr val="E3B341">
              <a:alpha val="42000"/>
            </a:srgbClr>
          </a:solidFill>
        </p:spPr>
      </p:sp>
      <p:sp>
        <p:nvSpPr>
          <p:cNvPr id="19" name="ripple-1"/>
          <p:cNvSpPr/>
          <p:nvPr/>
        </p:nvSpPr>
        <p:spPr>
          <a:xfrm>
            <a:off x="5797296" y="5321808"/>
            <a:ext cx="1188720" cy="146304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20" name="ripple-2"/>
          <p:cNvSpPr/>
          <p:nvPr/>
        </p:nvSpPr>
        <p:spPr>
          <a:xfrm>
            <a:off x="5431536" y="5285232"/>
            <a:ext cx="1920240" cy="219456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21" name="ripple-3"/>
          <p:cNvSpPr/>
          <p:nvPr/>
        </p:nvSpPr>
        <p:spPr>
          <a:xfrm>
            <a:off x="5020056" y="5248656"/>
            <a:ext cx="2743200" cy="292608"/>
          </a:xfrm>
          <a:prstGeom prst="ellipse">
            <a:avLst/>
          </a:prstGeom>
          <a:ln w="13970">
            <a:solidFill>
              <a:srgbClr val="F5EDDC">
                <a:alpha val="66000"/>
              </a:srgbClr>
            </a:solidFill>
            <a:prstDash val="solid"/>
          </a:ln>
        </p:spPr>
      </p:sp>
      <p:sp>
        <p:nvSpPr>
          <p:cNvPr id="22" name="ripple-4"/>
          <p:cNvSpPr/>
          <p:nvPr/>
        </p:nvSpPr>
        <p:spPr>
          <a:xfrm>
            <a:off x="5248656" y="5321808"/>
            <a:ext cx="566928" cy="109728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23" name="ripple-5"/>
          <p:cNvSpPr/>
          <p:nvPr/>
        </p:nvSpPr>
        <p:spPr>
          <a:xfrm>
            <a:off x="6775704" y="5285232"/>
            <a:ext cx="713232" cy="128016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24" name="ripple-6"/>
          <p:cNvSpPr/>
          <p:nvPr/>
        </p:nvSpPr>
        <p:spPr>
          <a:xfrm>
            <a:off x="7242048" y="5431536"/>
            <a:ext cx="502920" cy="91440"/>
          </a:xfrm>
          <a:prstGeom prst="ellipse">
            <a:avLst/>
          </a:prstGeom>
          <a:ln w="13970">
            <a:solidFill>
              <a:srgbClr val="F5EDDC">
                <a:alpha val="40000"/>
              </a:srgbClr>
            </a:solidFill>
            <a:prstDash val="solid"/>
          </a:ln>
        </p:spPr>
      </p:sp>
      <p:sp>
        <p:nvSpPr>
          <p:cNvPr id="25" name="rain-far-01"/>
          <p:cNvSpPr/>
          <p:nvPr/>
        </p:nvSpPr>
        <p:spPr>
          <a:xfrm rot="-806340">
            <a:off x="11714378" y="2002536"/>
            <a:ext cx="14630" cy="636422"/>
          </a:xfrm>
          <a:prstGeom prst="rect">
            <a:avLst/>
          </a:prstGeom>
          <a:solidFill>
            <a:srgbClr val="E3B341">
              <a:alpha val="18000"/>
            </a:srgbClr>
          </a:solidFill>
        </p:spPr>
      </p:sp>
      <p:sp>
        <p:nvSpPr>
          <p:cNvPr id="26" name="rain-far-02"/>
          <p:cNvSpPr/>
          <p:nvPr/>
        </p:nvSpPr>
        <p:spPr>
          <a:xfrm rot="-979680">
            <a:off x="2195474" y="3947465"/>
            <a:ext cx="14630" cy="59344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7" name="rain-far-03"/>
          <p:cNvSpPr/>
          <p:nvPr/>
        </p:nvSpPr>
        <p:spPr>
          <a:xfrm rot="-666720">
            <a:off x="3443630" y="3918204"/>
            <a:ext cx="14630" cy="747979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8" name="rain-far-04"/>
          <p:cNvSpPr/>
          <p:nvPr/>
        </p:nvSpPr>
        <p:spPr>
          <a:xfrm rot="-693780">
            <a:off x="4753966" y="1509674"/>
            <a:ext cx="14630" cy="61539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29" name="rain-far-05"/>
          <p:cNvSpPr/>
          <p:nvPr/>
        </p:nvSpPr>
        <p:spPr>
          <a:xfrm rot="-691260">
            <a:off x="6271870" y="3783787"/>
            <a:ext cx="14630" cy="82661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0" name="rain-far-06"/>
          <p:cNvSpPr/>
          <p:nvPr/>
        </p:nvSpPr>
        <p:spPr>
          <a:xfrm rot="-899520">
            <a:off x="8332013" y="3049524"/>
            <a:ext cx="14630" cy="703174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1" name="rain-far-07"/>
          <p:cNvSpPr/>
          <p:nvPr/>
        </p:nvSpPr>
        <p:spPr>
          <a:xfrm rot="-730020">
            <a:off x="1627632" y="3707892"/>
            <a:ext cx="14630" cy="588874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2" name="rain-far-08"/>
          <p:cNvSpPr/>
          <p:nvPr/>
        </p:nvSpPr>
        <p:spPr>
          <a:xfrm rot="-862560">
            <a:off x="3487522" y="1726387"/>
            <a:ext cx="14630" cy="66659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3" name="rain-far-09"/>
          <p:cNvSpPr/>
          <p:nvPr/>
        </p:nvSpPr>
        <p:spPr>
          <a:xfrm rot="-710580">
            <a:off x="1417320" y="1715414"/>
            <a:ext cx="14630" cy="86685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4" name="rain-far-10"/>
          <p:cNvSpPr/>
          <p:nvPr/>
        </p:nvSpPr>
        <p:spPr>
          <a:xfrm rot="-843480">
            <a:off x="7819034" y="3922776"/>
            <a:ext cx="14630" cy="708660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5" name="rain-far-11"/>
          <p:cNvSpPr/>
          <p:nvPr/>
        </p:nvSpPr>
        <p:spPr>
          <a:xfrm rot="-978240">
            <a:off x="4253789" y="4152290"/>
            <a:ext cx="14630" cy="766267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6" name="rain-far-12"/>
          <p:cNvSpPr/>
          <p:nvPr/>
        </p:nvSpPr>
        <p:spPr>
          <a:xfrm rot="-748920">
            <a:off x="6058814" y="3845052"/>
            <a:ext cx="14630" cy="835762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7" name="rain-far-13"/>
          <p:cNvSpPr/>
          <p:nvPr/>
        </p:nvSpPr>
        <p:spPr>
          <a:xfrm rot="-856320">
            <a:off x="8400593" y="2849270"/>
            <a:ext cx="14630" cy="84947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8" name="rain-far-14"/>
          <p:cNvSpPr/>
          <p:nvPr/>
        </p:nvSpPr>
        <p:spPr>
          <a:xfrm rot="-820800">
            <a:off x="203911" y="4285793"/>
            <a:ext cx="14630" cy="76809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39" name="rain-far-15"/>
          <p:cNvSpPr/>
          <p:nvPr/>
        </p:nvSpPr>
        <p:spPr>
          <a:xfrm rot="-1011960">
            <a:off x="8986723" y="1594714"/>
            <a:ext cx="14630" cy="633679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0" name="rain-far-16"/>
          <p:cNvSpPr/>
          <p:nvPr/>
        </p:nvSpPr>
        <p:spPr>
          <a:xfrm rot="-710880">
            <a:off x="5012741" y="2746858"/>
            <a:ext cx="14630" cy="76169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1" name="rain-far-17"/>
          <p:cNvSpPr/>
          <p:nvPr/>
        </p:nvSpPr>
        <p:spPr>
          <a:xfrm rot="-921000">
            <a:off x="6986930" y="2818181"/>
            <a:ext cx="14630" cy="65562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2" name="rain-far-18"/>
          <p:cNvSpPr/>
          <p:nvPr/>
        </p:nvSpPr>
        <p:spPr>
          <a:xfrm rot="-777120">
            <a:off x="8938260" y="2359152"/>
            <a:ext cx="14630" cy="600761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3" name="rain-far-19"/>
          <p:cNvSpPr/>
          <p:nvPr/>
        </p:nvSpPr>
        <p:spPr>
          <a:xfrm rot="-773400">
            <a:off x="5666537" y="2029054"/>
            <a:ext cx="14630" cy="689458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4" name="rain-far-20"/>
          <p:cNvSpPr/>
          <p:nvPr/>
        </p:nvSpPr>
        <p:spPr>
          <a:xfrm rot="-750480">
            <a:off x="5570525" y="3159252"/>
            <a:ext cx="14630" cy="707746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5" name="rain-far-21"/>
          <p:cNvSpPr/>
          <p:nvPr/>
        </p:nvSpPr>
        <p:spPr>
          <a:xfrm rot="-889380">
            <a:off x="11558930" y="4042562"/>
            <a:ext cx="14630" cy="613562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6" name="rain-far-22"/>
          <p:cNvSpPr/>
          <p:nvPr/>
        </p:nvSpPr>
        <p:spPr>
          <a:xfrm rot="-726180">
            <a:off x="2890418" y="4129430"/>
            <a:ext cx="14630" cy="670255"/>
          </a:xfrm>
          <a:prstGeom prst="rect">
            <a:avLst/>
          </a:prstGeom>
          <a:solidFill>
            <a:srgbClr val="F5EDDC">
              <a:alpha val="18000"/>
            </a:srgbClr>
          </a:solidFill>
        </p:spPr>
      </p:sp>
      <p:sp>
        <p:nvSpPr>
          <p:cNvPr id="47" name="rain-mid-01"/>
          <p:cNvSpPr/>
          <p:nvPr/>
        </p:nvSpPr>
        <p:spPr>
          <a:xfrm rot="-712260">
            <a:off x="1710842" y="2422246"/>
            <a:ext cx="23774" cy="1103681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8" name="rain-mid-02"/>
          <p:cNvSpPr/>
          <p:nvPr/>
        </p:nvSpPr>
        <p:spPr>
          <a:xfrm rot="-756540">
            <a:off x="8484718" y="1629461"/>
            <a:ext cx="23774" cy="126187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49" name="rain-mid-03"/>
          <p:cNvSpPr/>
          <p:nvPr/>
        </p:nvSpPr>
        <p:spPr>
          <a:xfrm rot="-797580">
            <a:off x="7797089" y="2731313"/>
            <a:ext cx="23774" cy="101864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0" name="rain-mid-04"/>
          <p:cNvSpPr/>
          <p:nvPr/>
        </p:nvSpPr>
        <p:spPr>
          <a:xfrm rot="-677160">
            <a:off x="6216091" y="2772461"/>
            <a:ext cx="23774" cy="1294790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1" name="rain-mid-05"/>
          <p:cNvSpPr/>
          <p:nvPr/>
        </p:nvSpPr>
        <p:spPr>
          <a:xfrm rot="-788460">
            <a:off x="627278" y="3417113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2" name="rain-mid-06"/>
          <p:cNvSpPr/>
          <p:nvPr/>
        </p:nvSpPr>
        <p:spPr>
          <a:xfrm rot="-728580">
            <a:off x="2074774" y="1907438"/>
            <a:ext cx="23774" cy="1058875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3" name="rain-mid-07"/>
          <p:cNvSpPr/>
          <p:nvPr/>
        </p:nvSpPr>
        <p:spPr>
          <a:xfrm rot="-675600">
            <a:off x="5648249" y="1279246"/>
            <a:ext cx="23774" cy="1091794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4" name="rain-mid-08"/>
          <p:cNvSpPr/>
          <p:nvPr/>
        </p:nvSpPr>
        <p:spPr>
          <a:xfrm rot="-930840">
            <a:off x="6300216" y="1516990"/>
            <a:ext cx="23774" cy="1264615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5" name="rain-mid-09"/>
          <p:cNvSpPr/>
          <p:nvPr/>
        </p:nvSpPr>
        <p:spPr>
          <a:xfrm rot="-960420">
            <a:off x="866851" y="2652674"/>
            <a:ext cx="23774" cy="135148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6" name="rain-mid-10"/>
          <p:cNvSpPr/>
          <p:nvPr/>
        </p:nvSpPr>
        <p:spPr>
          <a:xfrm rot="-953640">
            <a:off x="2195474" y="2078431"/>
            <a:ext cx="23774" cy="98023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7" name="rain-mid-11"/>
          <p:cNvSpPr/>
          <p:nvPr/>
        </p:nvSpPr>
        <p:spPr>
          <a:xfrm rot="-929100">
            <a:off x="9199778" y="1814170"/>
            <a:ext cx="23774" cy="1337767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8" name="rain-mid-12"/>
          <p:cNvSpPr/>
          <p:nvPr/>
        </p:nvSpPr>
        <p:spPr>
          <a:xfrm rot="-728940">
            <a:off x="1803197" y="2865730"/>
            <a:ext cx="23774" cy="114574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59" name="rain-mid-13"/>
          <p:cNvSpPr/>
          <p:nvPr/>
        </p:nvSpPr>
        <p:spPr>
          <a:xfrm rot="-753240">
            <a:off x="9108338" y="1356055"/>
            <a:ext cx="23774" cy="1019556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60" name="rain-mid-14"/>
          <p:cNvSpPr/>
          <p:nvPr/>
        </p:nvSpPr>
        <p:spPr>
          <a:xfrm rot="-856860">
            <a:off x="671170" y="2651760"/>
            <a:ext cx="23774" cy="1260043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61" name="rain-mid-15"/>
          <p:cNvSpPr/>
          <p:nvPr/>
        </p:nvSpPr>
        <p:spPr>
          <a:xfrm rot="-816780">
            <a:off x="1906524" y="1984248"/>
            <a:ext cx="23774" cy="1042416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62" name="rain-mid-16"/>
          <p:cNvSpPr/>
          <p:nvPr/>
        </p:nvSpPr>
        <p:spPr>
          <a:xfrm rot="-705600">
            <a:off x="11486693" y="2088490"/>
            <a:ext cx="23774" cy="1118311"/>
          </a:xfrm>
          <a:prstGeom prst="rect">
            <a:avLst/>
          </a:prstGeom>
          <a:solidFill>
            <a:srgbClr val="E3B341">
              <a:alpha val="32000"/>
            </a:srgbClr>
          </a:solidFill>
        </p:spPr>
      </p:sp>
      <p:sp>
        <p:nvSpPr>
          <p:cNvPr id="63" name="rain-mid-17"/>
          <p:cNvSpPr/>
          <p:nvPr/>
        </p:nvSpPr>
        <p:spPr>
          <a:xfrm rot="-682980">
            <a:off x="8628278" y="2592324"/>
            <a:ext cx="23774" cy="997610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64" name="rain-mid-18"/>
          <p:cNvSpPr/>
          <p:nvPr/>
        </p:nvSpPr>
        <p:spPr>
          <a:xfrm rot="-821280">
            <a:off x="3702406" y="3968496"/>
            <a:ext cx="23774" cy="1064362"/>
          </a:xfrm>
          <a:prstGeom prst="rect">
            <a:avLst/>
          </a:prstGeom>
          <a:solidFill>
            <a:srgbClr val="F5EDDC">
              <a:alpha val="32000"/>
            </a:srgbClr>
          </a:solidFill>
        </p:spPr>
      </p:sp>
      <p:sp>
        <p:nvSpPr>
          <p:cNvPr id="65" name="rain-near-01"/>
          <p:cNvSpPr/>
          <p:nvPr/>
        </p:nvSpPr>
        <p:spPr>
          <a:xfrm rot="-978180">
            <a:off x="3546958" y="2509114"/>
            <a:ext cx="40234" cy="181051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6" name="rain-near-02"/>
          <p:cNvSpPr/>
          <p:nvPr/>
        </p:nvSpPr>
        <p:spPr>
          <a:xfrm rot="-893460">
            <a:off x="2935224" y="3198571"/>
            <a:ext cx="40234" cy="1706270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7" name="rain-near-03"/>
          <p:cNvSpPr/>
          <p:nvPr/>
        </p:nvSpPr>
        <p:spPr>
          <a:xfrm rot="-762900">
            <a:off x="7289597" y="850392"/>
            <a:ext cx="40234" cy="176387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8" name="rain-near-04"/>
          <p:cNvSpPr/>
          <p:nvPr/>
        </p:nvSpPr>
        <p:spPr>
          <a:xfrm rot="-833100">
            <a:off x="1096366" y="3032150"/>
            <a:ext cx="40234" cy="180228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69" name="rain-near-05"/>
          <p:cNvSpPr/>
          <p:nvPr/>
        </p:nvSpPr>
        <p:spPr>
          <a:xfrm rot="-672960">
            <a:off x="7015277" y="499262"/>
            <a:ext cx="40234" cy="194767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0" name="rain-near-06"/>
          <p:cNvSpPr/>
          <p:nvPr/>
        </p:nvSpPr>
        <p:spPr>
          <a:xfrm rot="-686520">
            <a:off x="5554980" y="540410"/>
            <a:ext cx="40234" cy="198241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1" name="rain-near-07"/>
          <p:cNvSpPr/>
          <p:nvPr/>
        </p:nvSpPr>
        <p:spPr>
          <a:xfrm rot="-950220">
            <a:off x="6639458" y="854964"/>
            <a:ext cx="40234" cy="1827886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2" name="rain-near-08"/>
          <p:cNvSpPr/>
          <p:nvPr/>
        </p:nvSpPr>
        <p:spPr>
          <a:xfrm rot="-879060">
            <a:off x="6505042" y="2921508"/>
            <a:ext cx="40234" cy="1714500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3" name="rain-near-09"/>
          <p:cNvSpPr/>
          <p:nvPr/>
        </p:nvSpPr>
        <p:spPr>
          <a:xfrm rot="-763020">
            <a:off x="5762549" y="2187245"/>
            <a:ext cx="40234" cy="209031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4" name="rain-near-10"/>
          <p:cNvSpPr/>
          <p:nvPr/>
        </p:nvSpPr>
        <p:spPr>
          <a:xfrm rot="-991020">
            <a:off x="5437937" y="2384755"/>
            <a:ext cx="40234" cy="2130552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5" name="rain-near-11"/>
          <p:cNvSpPr/>
          <p:nvPr/>
        </p:nvSpPr>
        <p:spPr>
          <a:xfrm rot="-816480">
            <a:off x="9459468" y="2649931"/>
            <a:ext cx="40234" cy="177667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6" name="rain-near-12"/>
          <p:cNvSpPr/>
          <p:nvPr/>
        </p:nvSpPr>
        <p:spPr>
          <a:xfrm rot="-702600">
            <a:off x="4993538" y="2991002"/>
            <a:ext cx="40234" cy="2082089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7" name="rain-near-13"/>
          <p:cNvSpPr/>
          <p:nvPr/>
        </p:nvSpPr>
        <p:spPr>
          <a:xfrm rot="-966420">
            <a:off x="8838590" y="2123237"/>
            <a:ext cx="40234" cy="1907438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8" name="rain-near-14"/>
          <p:cNvSpPr/>
          <p:nvPr/>
        </p:nvSpPr>
        <p:spPr>
          <a:xfrm rot="-915660">
            <a:off x="2946197" y="2296973"/>
            <a:ext cx="40234" cy="2170786"/>
          </a:xfrm>
          <a:prstGeom prst="rect">
            <a:avLst/>
          </a:prstGeom>
          <a:solidFill>
            <a:srgbClr val="F5EDDC">
              <a:alpha val="50000"/>
            </a:srgbClr>
          </a:solidFill>
        </p:spPr>
      </p:sp>
      <p:sp>
        <p:nvSpPr>
          <p:cNvPr id="79" name="title"/>
          <p:cNvSpPr/>
          <p:nvPr/>
        </p:nvSpPr>
        <p:spPr>
          <a:xfrm>
            <a:off x="777240" y="5760720"/>
            <a:ext cx="106070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5EDD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雨会停，光会留下</a:t>
            </a:r>
            <a:endParaRPr lang="en-US" sz="5400" dirty="0"/>
          </a:p>
        </p:txBody>
      </p:sp>
      <p:sp>
        <p:nvSpPr>
          <p:cNvPr id="80" name="stamp-time-5"/>
          <p:cNvSpPr/>
          <p:nvPr/>
        </p:nvSpPr>
        <p:spPr>
          <a:xfrm>
            <a:off x="777240" y="475488"/>
            <a:ext cx="195681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A79C8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19:20</a:t>
            </a:r>
            <a:endParaRPr lang="en-US" sz="2800" dirty="0"/>
          </a:p>
        </p:txBody>
      </p:sp>
      <p:sp>
        <p:nvSpPr>
          <p:cNvPr id="81" name="stamp-label-5"/>
          <p:cNvSpPr/>
          <p:nvPr/>
        </p:nvSpPr>
        <p:spPr>
          <a:xfrm>
            <a:off x="777240" y="1005840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79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第五幕 · 收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 advTm="11500">
        <p159:morph option="byObject"/>
      </p:transition>
    </mc:Choice>
    <mc:Fallback>
      <p:transition spd="slow" advTm="1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300"/>
                            </p:stCondLst>
                            <p:childTnLst>
                              <p:par>
                                <p:cTn id="10" presetID="42" presetClass="entr" presetSubtype="0" accel="50000" decel="5000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60"/>
                            </p:stCondLst>
                            <p:childTnLst>
                              <p:par>
                                <p:cTn id="1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260"/>
                            </p:stCondLst>
                            <p:childTnLst>
                              <p:par>
                                <p:cTn id="2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315"/>
                            </p:stCondLst>
                            <p:childTnLst>
                              <p:par>
                                <p:cTn id="2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425"/>
                            </p:stCondLst>
                            <p:childTnLst>
                              <p:par>
                                <p:cTn id="3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90"/>
                            </p:stCondLst>
                            <p:childTnLst>
                              <p:par>
                                <p:cTn id="35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810"/>
                            </p:stCondLst>
                            <p:childTnLst>
                              <p:par>
                                <p:cTn id="40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85"/>
                            </p:stCondLst>
                            <p:childTnLst>
                              <p:par>
                                <p:cTn id="45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9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9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415"/>
                            </p:stCondLst>
                            <p:childTnLst>
                              <p:par>
                                <p:cTn id="5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8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8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415"/>
                            </p:stCondLst>
                            <p:childTnLst>
                              <p:par>
                                <p:cTn id="55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8970"/>
                            </p:stCondLst>
                            <p:childTnLst>
                              <p:par>
                                <p:cTn id="60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8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8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1080"/>
                            </p:stCondLst>
                            <p:childTnLst>
                              <p:par>
                                <p:cTn id="65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3745"/>
                            </p:stCondLst>
                            <p:childTnLst>
                              <p:par>
                                <p:cTn id="70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965"/>
                            </p:stCondLst>
                            <p:childTnLst>
                              <p:par>
                                <p:cTn id="75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8240"/>
                            </p:stCondLst>
                            <p:childTnLst>
                              <p:par>
                                <p:cTn id="80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1070"/>
                            </p:stCondLst>
                            <p:childTnLst>
                              <p:par>
                                <p:cTn id="8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9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9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2070"/>
                            </p:stCondLst>
                            <p:childTnLst>
                              <p:par>
                                <p:cTn id="9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3625"/>
                            </p:stCondLst>
                            <p:childTnLst>
                              <p:par>
                                <p:cTn id="9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5235"/>
                            </p:stCondLst>
                            <p:childTnLst>
                              <p:par>
                                <p:cTn id="10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6900"/>
                            </p:stCondLst>
                            <p:childTnLst>
                              <p:par>
                                <p:cTn id="105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8620"/>
                            </p:stCondLst>
                            <p:childTnLst>
                              <p:par>
                                <p:cTn id="110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0895"/>
                            </p:stCondLst>
                            <p:childTnLst>
                              <p:par>
                                <p:cTn id="115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1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1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3725"/>
                            </p:stCondLst>
                            <p:childTnLst>
                              <p:par>
                                <p:cTn id="12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8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8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5725"/>
                            </p:stCondLst>
                            <p:childTnLst>
                              <p:par>
                                <p:cTn id="12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8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8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6725"/>
                            </p:stCondLst>
                            <p:childTnLst>
                              <p:par>
                                <p:cTn id="13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6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6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7780"/>
                            </p:stCondLst>
                            <p:childTnLst>
                              <p:par>
                                <p:cTn id="13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9390"/>
                            </p:stCondLst>
                            <p:childTnLst>
                              <p:par>
                                <p:cTn id="14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0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10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1055"/>
                            </p:stCondLst>
                            <p:childTnLst>
                              <p:par>
                                <p:cTn id="145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2775"/>
                            </p:stCondLst>
                            <p:childTnLst>
                              <p:par>
                                <p:cTn id="150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4050"/>
                            </p:stCondLst>
                            <p:childTnLst>
                              <p:par>
                                <p:cTn id="155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5380"/>
                            </p:stCondLst>
                            <p:childTnLst>
                              <p:par>
                                <p:cTn id="16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6380"/>
                            </p:stCondLst>
                            <p:childTnLst>
                              <p:par>
                                <p:cTn id="165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9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9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7435"/>
                            </p:stCondLst>
                            <p:childTnLst>
                              <p:par>
                                <p:cTn id="170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8545"/>
                            </p:stCondLst>
                            <p:childTnLst>
                              <p:par>
                                <p:cTn id="175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8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8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9710"/>
                            </p:stCondLst>
                            <p:childTnLst>
                              <p:par>
                                <p:cTn id="180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1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61430"/>
                            </p:stCondLst>
                            <p:childTnLst>
                              <p:par>
                                <p:cTn id="185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62705"/>
                            </p:stCondLst>
                            <p:childTnLst>
                              <p:par>
                                <p:cTn id="190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9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9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64035"/>
                            </p:stCondLst>
                            <p:childTnLst>
                              <p:par>
                                <p:cTn id="19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7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7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5035"/>
                            </p:stCondLst>
                            <p:childTnLst>
                              <p:par>
                                <p:cTn id="20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9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9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66090"/>
                            </p:stCondLst>
                            <p:childTnLst>
                              <p:par>
                                <p:cTn id="20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8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8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67200"/>
                            </p:stCondLst>
                            <p:childTnLst>
                              <p:par>
                                <p:cTn id="21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1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1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8865"/>
                            </p:stCondLst>
                            <p:childTnLst>
                              <p:par>
                                <p:cTn id="21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6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6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69865"/>
                            </p:stCondLst>
                            <p:childTnLst>
                              <p:par>
                                <p:cTn id="22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9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9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70920"/>
                            </p:stCondLst>
                            <p:childTnLst>
                              <p:par>
                                <p:cTn id="22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1530"/>
                            </p:stCondLst>
                            <p:childTnLst>
                              <p:par>
                                <p:cTn id="23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8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8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72695"/>
                            </p:stCondLst>
                            <p:childTnLst>
                              <p:par>
                                <p:cTn id="235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73415"/>
                            </p:stCondLst>
                            <p:childTnLst>
                              <p:par>
                                <p:cTn id="240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4190"/>
                            </p:stCondLst>
                            <p:childTnLst>
                              <p:par>
                                <p:cTn id="245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75020"/>
                            </p:stCondLst>
                            <p:childTnLst>
                              <p:par>
                                <p:cTn id="25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8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8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76020"/>
                            </p:stCondLst>
                            <p:childTnLst>
                              <p:par>
                                <p:cTn id="255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6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6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77075"/>
                            </p:stCondLst>
                            <p:childTnLst>
                              <p:par>
                                <p:cTn id="260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6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6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78185"/>
                            </p:stCondLst>
                            <p:childTnLst>
                              <p:par>
                                <p:cTn id="265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79350"/>
                            </p:stCondLst>
                            <p:childTnLst>
                              <p:par>
                                <p:cTn id="270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0570"/>
                            </p:stCondLst>
                            <p:childTnLst>
                              <p:par>
                                <p:cTn id="275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6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6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81845"/>
                            </p:stCondLst>
                            <p:childTnLst>
                              <p:par>
                                <p:cTn id="280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7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7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83175"/>
                            </p:stCondLst>
                            <p:childTnLst>
                              <p:par>
                                <p:cTn id="285" presetID="53" presetClass="entr" presetSubtype="16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84675"/>
                            </p:stCondLst>
                            <p:childTnLst>
                              <p:par>
                                <p:cTn id="291" presetID="53" presetClass="entr" presetSubtype="16" repeatCount="indefinite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86425"/>
                            </p:stCondLst>
                            <p:childTnLst>
                              <p:par>
                                <p:cTn id="297" presetID="53" presetClass="entr" presetSubtype="16" repeatCount="indefinite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88425"/>
                            </p:stCondLst>
                            <p:childTnLst>
                              <p:par>
                                <p:cTn id="303" presetID="53" presetClass="entr" presetSubtype="16" repeatCount="indefinite" accel="50000" decel="5000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89545"/>
                            </p:stCondLst>
                            <p:childTnLst>
                              <p:par>
                                <p:cTn id="309" presetID="53" presetClass="entr" presetSubtype="16" repeatCount="indefinite" accel="50000" decel="50000" fill="hold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3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91465"/>
                            </p:stCondLst>
                            <p:childTnLst>
                              <p:par>
                                <p:cTn id="315" presetID="53" presetClass="entr" presetSubtype="16" repeatCount="indefinite" accel="50000" decel="5000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1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1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9" dur="1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93665"/>
                            </p:stCondLst>
                            <p:childTnLst>
                              <p:par>
                                <p:cTn id="321" presetID="10" presetClass="exit" presetSubtype="0" fill="hold" nodeType="afterEffect">
                                  <p:stCondLst>
                                    <p:cond delay="6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01065"/>
                            </p:stCondLst>
                            <p:childTnLst>
                              <p:par>
                                <p:cTn id="325" presetID="10" presetClass="exit" presetSubtype="0" fill="hold" nodeType="afterEffect">
                                  <p:stCondLst>
                                    <p:cond delay="64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8555"/>
                            </p:stCondLst>
                            <p:childTnLst>
                              <p:par>
                                <p:cTn id="329" presetID="10" presetClass="exit" presetSubtype="0" fill="hold" nodeType="afterEffect">
                                  <p:stCondLst>
                                    <p:cond delay="6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16135"/>
                            </p:stCondLst>
                            <p:childTnLst>
                              <p:par>
                                <p:cTn id="333" presetID="10" presetClass="exit" presetSubtype="0" fill="hold" nodeType="afterEffect">
                                  <p:stCondLst>
                                    <p:cond delay="6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123805"/>
                            </p:stCondLst>
                            <p:childTnLst>
                              <p:par>
                                <p:cTn id="337" presetID="10" presetClass="exit" presetSubtype="0" fill="hold" nodeType="afterEffect">
                                  <p:stCondLst>
                                    <p:cond delay="6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31565"/>
                            </p:stCondLst>
                            <p:childTnLst>
                              <p:par>
                                <p:cTn id="341" presetID="10" presetClass="exit" presetSubtype="0" fill="hold" nodeType="afterEffect">
                                  <p:stCondLst>
                                    <p:cond delay="6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39415"/>
                            </p:stCondLst>
                            <p:childTnLst>
                              <p:par>
                                <p:cTn id="345" presetID="10" presetClass="exit" presetSubtype="0" fill="hold" nodeType="afterEffect">
                                  <p:stCondLst>
                                    <p:cond delay="6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46815"/>
                            </p:stCondLst>
                            <p:childTnLst>
                              <p:par>
                                <p:cTn id="349" presetID="10" presetClass="exit" presetSubtype="0" fill="hold" nodeType="afterEffect">
                                  <p:stCondLst>
                                    <p:cond delay="6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0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54275"/>
                            </p:stCondLst>
                            <p:childTnLst>
                              <p:par>
                                <p:cTn id="353" presetID="10" presetClass="exit" presetSubtype="0" fill="hold" nodeType="afterEffect">
                                  <p:stCondLst>
                                    <p:cond delay="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61795"/>
                            </p:stCondLst>
                            <p:childTnLst>
                              <p:par>
                                <p:cTn id="357" presetID="10" presetClass="exit" presetSubtype="0" fill="hold" nodeType="afterEffect">
                                  <p:stCondLst>
                                    <p:cond delay="6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169375"/>
                            </p:stCondLst>
                            <p:childTnLst>
                              <p:par>
                                <p:cTn id="361" presetID="10" presetClass="exit" presetSubtype="0" fill="hold" nodeType="afterEffect">
                                  <p:stCondLst>
                                    <p:cond delay="6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77015"/>
                            </p:stCondLst>
                            <p:childTnLst>
                              <p:par>
                                <p:cTn id="365" presetID="10" presetClass="exit" presetSubtype="0" fill="hold" nodeType="afterEffect">
                                  <p:stCondLst>
                                    <p:cond delay="6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84715"/>
                            </p:stCondLst>
                            <p:childTnLst>
                              <p:par>
                                <p:cTn id="369" presetID="10" presetClass="exit" presetSubtype="0" fill="hold" nodeType="afterEffect">
                                  <p:stCondLst>
                                    <p:cond delay="6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192475"/>
                            </p:stCondLst>
                            <p:childTnLst>
                              <p:par>
                                <p:cTn id="373" presetID="10" presetClass="exit" presetSubtype="0" fill="hold" nodeType="afterEffect">
                                  <p:stCondLst>
                                    <p:cond delay="6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199875"/>
                            </p:stCondLst>
                            <p:childTnLst>
                              <p:par>
                                <p:cTn id="377" presetID="10" presetClass="exit" presetSubtype="0" fill="hold" nodeType="afterEffect">
                                  <p:stCondLst>
                                    <p:cond delay="6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07335"/>
                            </p:stCondLst>
                            <p:childTnLst>
                              <p:par>
                                <p:cTn id="381" presetID="10" presetClass="exit" presetSubtype="0" fill="hold" nodeType="afterEffect">
                                  <p:stCondLst>
                                    <p:cond delay="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2" dur="9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214855"/>
                            </p:stCondLst>
                            <p:childTnLst>
                              <p:par>
                                <p:cTn id="385" presetID="10" presetClass="exit" presetSubtype="0" fill="hold" nodeType="afterEffect">
                                  <p:stCondLst>
                                    <p:cond delay="6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222435"/>
                            </p:stCondLst>
                            <p:childTnLst>
                              <p:par>
                                <p:cTn id="389" presetID="10" presetClass="exit" presetSubtype="0" fill="hold" nodeType="afterEffect">
                                  <p:stCondLst>
                                    <p:cond delay="6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9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30075"/>
                            </p:stCondLst>
                            <p:childTnLst>
                              <p:par>
                                <p:cTn id="393" presetID="10" presetClass="exit" presetSubtype="0" fill="hold" nodeType="afterEffect">
                                  <p:stCondLst>
                                    <p:cond delay="6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9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237775"/>
                            </p:stCondLst>
                            <p:childTnLst>
                              <p:par>
                                <p:cTn id="397" presetID="10" presetClass="exit" presetSubtype="0" fill="hold" nodeType="afterEffect">
                                  <p:stCondLst>
                                    <p:cond delay="6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8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45535"/>
                            </p:stCondLst>
                            <p:childTnLst>
                              <p:par>
                                <p:cTn id="401" presetID="10" presetClass="exit" presetSubtype="0" fill="hold" nodeType="afterEffect">
                                  <p:stCondLst>
                                    <p:cond delay="6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9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252935"/>
                            </p:stCondLst>
                            <p:childTnLst>
                              <p:par>
                                <p:cTn id="405" presetID="10" presetClass="exit" presetSubtype="0" fill="hold" nodeType="afterEffect">
                                  <p:stCondLst>
                                    <p:cond delay="6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9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260395"/>
                            </p:stCondLst>
                            <p:childTnLst>
                              <p:par>
                                <p:cTn id="409" presetID="10" presetClass="exit" presetSubtype="0" fill="hold" nodeType="afterEffect">
                                  <p:stCondLst>
                                    <p:cond delay="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0" dur="9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67915"/>
                            </p:stCondLst>
                            <p:childTnLst>
                              <p:par>
                                <p:cTn id="413" presetID="10" presetClass="exit" presetSubtype="0" fill="hold" nodeType="afterEffect">
                                  <p:stCondLst>
                                    <p:cond delay="65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9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275495"/>
                            </p:stCondLst>
                            <p:childTnLst>
                              <p:par>
                                <p:cTn id="417" presetID="10" presetClass="exit" presetSubtype="0" fill="hold" nodeType="afterEffect">
                                  <p:stCondLst>
                                    <p:cond delay="6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83135"/>
                            </p:stCondLst>
                            <p:childTnLst>
                              <p:par>
                                <p:cTn id="421" presetID="10" presetClass="exit" presetSubtype="0" fill="hold" nodeType="afterEffect">
                                  <p:stCondLst>
                                    <p:cond delay="6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2" dur="9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290835"/>
                            </p:stCondLst>
                            <p:childTnLst>
                              <p:par>
                                <p:cTn id="425" presetID="10" presetClass="exit" presetSubtype="0" fill="hold" nodeType="afterEffect">
                                  <p:stCondLst>
                                    <p:cond delay="6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9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98595"/>
                            </p:stCondLst>
                            <p:childTnLst>
                              <p:par>
                                <p:cTn id="429" presetID="10" presetClass="exit" presetSubtype="0" fill="hold" nodeType="afterEffect">
                                  <p:stCondLst>
                                    <p:cond delay="6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9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305995"/>
                            </p:stCondLst>
                            <p:childTnLst>
                              <p:par>
                                <p:cTn id="433" presetID="10" presetClass="exit" presetSubtype="0" fill="hold" nodeType="afterEffect">
                                  <p:stCondLst>
                                    <p:cond delay="7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9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314195"/>
                            </p:stCondLst>
                            <p:childTnLst>
                              <p:par>
                                <p:cTn id="437" presetID="10" presetClass="exit" presetSubtype="0" fill="hold" nodeType="afterEffect">
                                  <p:stCondLst>
                                    <p:cond delay="7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9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322455"/>
                            </p:stCondLst>
                            <p:childTnLst>
                              <p:par>
                                <p:cTn id="441" presetID="10" presetClass="exit" presetSubtype="0" fill="hold" nodeType="afterEffect">
                                  <p:stCondLst>
                                    <p:cond delay="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9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330775"/>
                            </p:stCondLst>
                            <p:childTnLst>
                              <p:par>
                                <p:cTn id="445" presetID="10" presetClass="exit" presetSubtype="0" fill="hold" nodeType="afterEffect">
                                  <p:stCondLst>
                                    <p:cond delay="7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9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339155"/>
                            </p:stCondLst>
                            <p:childTnLst>
                              <p:par>
                                <p:cTn id="449" presetID="10" presetClass="exit" presetSubtype="0" fill="hold" nodeType="afterEffect">
                                  <p:stCondLst>
                                    <p:cond delay="7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9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347595"/>
                            </p:stCondLst>
                            <p:childTnLst>
                              <p:par>
                                <p:cTn id="453" presetID="10" presetClass="exit" presetSubtype="0" fill="hold" nodeType="after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9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356095"/>
                            </p:stCondLst>
                            <p:childTnLst>
                              <p:par>
                                <p:cTn id="457" presetID="10" presetClass="exit" presetSubtype="0" fill="hold" nodeType="afterEffect">
                                  <p:stCondLst>
                                    <p:cond delay="7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9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64655"/>
                            </p:stCondLst>
                            <p:childTnLst>
                              <p:par>
                                <p:cTn id="461" presetID="10" presetClass="exit" presetSubtype="0" fill="hold" nodeType="afterEffect">
                                  <p:stCondLst>
                                    <p:cond delay="7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9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372855"/>
                            </p:stCondLst>
                            <p:childTnLst>
                              <p:par>
                                <p:cTn id="465" presetID="10" presetClass="exit" presetSubtype="0" fill="hold" nodeType="afterEffect">
                                  <p:stCondLst>
                                    <p:cond delay="7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9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381115"/>
                            </p:stCondLst>
                            <p:childTnLst>
                              <p:par>
                                <p:cTn id="469" presetID="10" presetClass="exit" presetSubtype="0" fill="hold" nodeType="afterEffect">
                                  <p:stCondLst>
                                    <p:cond delay="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9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389435"/>
                            </p:stCondLst>
                            <p:childTnLst>
                              <p:par>
                                <p:cTn id="473" presetID="10" presetClass="exit" presetSubtype="0" fill="hold" nodeType="afterEffect">
                                  <p:stCondLst>
                                    <p:cond delay="7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9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397815"/>
                            </p:stCondLst>
                            <p:childTnLst>
                              <p:par>
                                <p:cTn id="477" presetID="10" presetClass="exit" presetSubtype="0" fill="hold" nodeType="afterEffect">
                                  <p:stCondLst>
                                    <p:cond delay="74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9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406255"/>
                            </p:stCondLst>
                            <p:childTnLst>
                              <p:par>
                                <p:cTn id="481" presetID="10" presetClass="exit" presetSubtype="0" fill="hold" nodeType="after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9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414755"/>
                            </p:stCondLst>
                            <p:childTnLst>
                              <p:par>
                                <p:cTn id="485" presetID="10" presetClass="exit" presetSubtype="0" fill="hold" nodeType="afterEffect">
                                  <p:stCondLst>
                                    <p:cond delay="7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9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423315"/>
                            </p:stCondLst>
                            <p:childTnLst>
                              <p:par>
                                <p:cTn id="489" presetID="10" presetClass="exit" presetSubtype="0" fill="hold" nodeType="afterEffect">
                                  <p:stCondLst>
                                    <p:cond delay="7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9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431515"/>
                            </p:stCondLst>
                            <p:childTnLst>
                              <p:par>
                                <p:cTn id="493" presetID="10" presetClass="exit" presetSubtype="0" fill="hold" nodeType="afterEffect">
                                  <p:stCondLst>
                                    <p:cond delay="7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4" dur="9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439775"/>
                            </p:stCondLst>
                            <p:childTnLst>
                              <p:par>
                                <p:cTn id="497" presetID="10" presetClass="exit" presetSubtype="0" fill="hold" nodeType="afterEffect">
                                  <p:stCondLst>
                                    <p:cond delay="7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9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448095"/>
                            </p:stCondLst>
                            <p:childTnLst>
                              <p:par>
                                <p:cTn id="501" presetID="10" presetClass="exit" presetSubtype="0" fill="hold" nodeType="afterEffect">
                                  <p:stCondLst>
                                    <p:cond delay="7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9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456475"/>
                            </p:stCondLst>
                            <p:childTnLst>
                              <p:par>
                                <p:cTn id="505" presetID="10" presetClass="exit" presetSubtype="0" fill="hold" nodeType="after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6" dur="9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465475"/>
                            </p:stCondLst>
                            <p:childTnLst>
                              <p:par>
                                <p:cTn id="509" presetID="10" presetClass="exit" presetSubtype="0" fill="hold" nodeType="afterEffect">
                                  <p:stCondLst>
                                    <p:cond delay="8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0" dur="9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2" fill="hold">
                            <p:stCondLst>
                              <p:cond delay="474535"/>
                            </p:stCondLst>
                            <p:childTnLst>
                              <p:par>
                                <p:cTn id="513" presetID="10" presetClass="exit" presetSubtype="0" fill="hold" nodeType="afterEffect">
                                  <p:stCondLst>
                                    <p:cond delay="8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9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483655"/>
                            </p:stCondLst>
                            <p:childTnLst>
                              <p:par>
                                <p:cTn id="517" presetID="10" presetClass="exit" presetSubtype="0" fill="hold" nodeType="afterEffect">
                                  <p:stCondLst>
                                    <p:cond delay="8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8" dur="9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492835"/>
                            </p:stCondLst>
                            <p:childTnLst>
                              <p:par>
                                <p:cTn id="521" presetID="10" presetClass="exit" presetSubtype="0" fill="hold" nodeType="afterEffect">
                                  <p:stCondLst>
                                    <p:cond delay="82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2" dur="9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502075"/>
                            </p:stCondLst>
                            <p:childTnLst>
                              <p:par>
                                <p:cTn id="525" presetID="10" presetClass="exit" presetSubtype="0" fill="hold" nodeType="afterEffect">
                                  <p:stCondLst>
                                    <p:cond delay="8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9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511375"/>
                            </p:stCondLst>
                            <p:childTnLst>
                              <p:par>
                                <p:cTn id="529" presetID="10" presetClass="exit" presetSubtype="0" fill="hold" nodeType="afterEffect">
                                  <p:stCondLst>
                                    <p:cond delay="83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0" dur="9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fill="hold">
                            <p:stCondLst>
                              <p:cond delay="520735"/>
                            </p:stCondLst>
                            <p:childTnLst>
                              <p:par>
                                <p:cTn id="533" presetID="10" presetClass="exit" presetSubtype="0" fill="hold" nodeType="after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4" dur="9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529735"/>
                            </p:stCondLst>
                            <p:childTnLst>
                              <p:par>
                                <p:cTn id="537" presetID="10" presetClass="exit" presetSubtype="0" fill="hold" nodeType="afterEffect">
                                  <p:stCondLst>
                                    <p:cond delay="8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9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538795"/>
                            </p:stCondLst>
                            <p:childTnLst>
                              <p:par>
                                <p:cTn id="541" presetID="10" presetClass="exit" presetSubtype="0" fill="hold" nodeType="afterEffect">
                                  <p:stCondLst>
                                    <p:cond delay="8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2" dur="9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547915"/>
                            </p:stCondLst>
                            <p:childTnLst>
                              <p:par>
                                <p:cTn id="545" presetID="10" presetClass="exit" presetSubtype="0" fill="hold" nodeType="afterEffect">
                                  <p:stCondLst>
                                    <p:cond delay="8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6" dur="9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8" fill="hold">
                            <p:stCondLst>
                              <p:cond delay="557095"/>
                            </p:stCondLst>
                            <p:childTnLst>
                              <p:par>
                                <p:cTn id="549" presetID="10" presetClass="exit" presetSubtype="0" fill="hold" nodeType="afterEffect">
                                  <p:stCondLst>
                                    <p:cond delay="82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0" dur="9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2" fill="hold">
                            <p:stCondLst>
                              <p:cond delay="566335"/>
                            </p:stCondLst>
                            <p:childTnLst>
                              <p:par>
                                <p:cTn id="553" presetID="10" presetClass="exit" presetSubtype="0" fill="hold" nodeType="afterEffect">
                                  <p:stCondLst>
                                    <p:cond delay="8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4" dur="9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fill="hold">
                            <p:stCondLst>
                              <p:cond delay="575635"/>
                            </p:stCondLst>
                            <p:childTnLst>
                              <p:par>
                                <p:cTn id="557" presetID="10" presetClass="exit" presetSubtype="0" fill="hold" nodeType="afterEffect">
                                  <p:stCondLst>
                                    <p:cond delay="83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8" dur="9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584995"/>
                            </p:stCondLst>
                            <p:childTnLst>
                              <p:par>
                                <p:cTn id="561" presetID="1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 0 C 0.06 0 0.03 0 0 0 E" pathEditMode="relative" ptsTypes="">
                                      <p:cBhvr>
                                        <p:cTn id="562" dur="4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3" fill="hold">
                            <p:stCondLst>
                              <p:cond delay="590495"/>
                            </p:stCondLst>
                            <p:childTnLst>
                              <p:par>
                                <p:cTn id="564" presetID="1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3 0 C 0.078 0 0.039 0 0 0 E" pathEditMode="relative" ptsTypes="">
                                      <p:cBhvr>
                                        <p:cTn id="565" dur="4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6" fill="hold">
                            <p:stCondLst>
                              <p:cond delay="595995"/>
                            </p:stCondLst>
                            <p:childTnLst>
                              <p:par>
                                <p:cTn id="567" presetID="1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2 0 C -0.072 0 -0.036 0 0 0 E" pathEditMode="relative" ptsTypes="">
                                      <p:cBhvr>
                                        <p:cTn id="568" dur="4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601495"/>
                            </p:stCondLst>
                            <p:childTnLst>
                              <p:par>
                                <p:cTn id="570" presetID="1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5 0 C -0.09 0 -0.045 0 0 0 E" pathEditMode="relative" ptsTypes="">
                                      <p:cBhvr>
                                        <p:cTn id="571" dur="4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2" fill="hold">
                            <p:stCondLst>
                              <p:cond delay="606995"/>
                            </p:stCondLst>
                            <p:childTnLst>
                              <p:par>
                                <p:cTn id="573" presetID="15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9 0 C -0.054 0 -0.027 0 0 0 E" pathEditMode="relative" ptsTypes="">
                                      <p:cBhvr>
                                        <p:cTn id="574" dur="4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5" fill="hold">
                            <p:stCondLst>
                              <p:cond delay="612495"/>
                            </p:stCondLst>
                            <p:childTnLst>
                              <p:par>
                                <p:cTn id="576" presetID="53" presetClass="entr" presetSubtype="16" accel="50000" decel="5000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8" dur="1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1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1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>
                            <p:stCondLst>
                              <p:cond delay="621495"/>
                            </p:stCondLst>
                            <p:childTnLst>
                              <p:par>
                                <p:cTn id="582" presetID="8" presetClass="emph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Rot by="21600000">
                                      <p:cBhvr>
                                        <p:cTn id="583" dur="5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633995"/>
                            </p:stCondLst>
                            <p:childTnLst>
                              <p:par>
                                <p:cTn id="585" presetID="8" presetClass="emph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Rot by="21600000">
                                      <p:cBhvr>
                                        <p:cTn id="586" dur="5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" fill="hold">
                            <p:stCondLst>
                              <p:cond delay="646495"/>
                            </p:stCondLst>
                            <p:childTnLst>
                              <p:par>
                                <p:cTn id="588" presetID="42" presetClass="entr" presetSubtype="0" accel="50000" decel="50000" fill="hold" nodeType="afterEffect">
                                  <p:stCondLst>
                                    <p:cond delay="9200"/>
                                  </p:stCondLst>
                                  <p:childTnLst>
                                    <p:set>
                                      <p:cBhvr>
                                        <p:cTn id="58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" dur="1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1" dur="1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3" name="band-1"/>
          <p:cNvSpPr/>
          <p:nvPr/>
        </p:nvSpPr>
        <p:spPr>
          <a:xfrm rot="780000">
            <a:off x="0" y="182880"/>
            <a:ext cx="12188952" cy="2560320"/>
          </a:xfrm>
          <a:prstGeom prst="rect">
            <a:avLst/>
          </a:prstGeom>
          <a:solidFill>
            <a:srgbClr val="F5EDDC">
              <a:alpha val="6000"/>
            </a:srgbClr>
          </a:solidFill>
        </p:spPr>
      </p:sp>
      <p:sp>
        <p:nvSpPr>
          <p:cNvPr id="4" name="ground"/>
          <p:cNvSpPr/>
          <p:nvPr/>
        </p:nvSpPr>
        <p:spPr>
          <a:xfrm>
            <a:off x="0" y="5120640"/>
            <a:ext cx="12188952" cy="14630"/>
          </a:xfrm>
          <a:prstGeom prst="rect">
            <a:avLst/>
          </a:prstGeom>
          <a:solidFill>
            <a:srgbClr val="F5EDDC">
              <a:alpha val="55000"/>
            </a:srgbClr>
          </a:solidFill>
        </p:spPr>
      </p:sp>
      <p:sp>
        <p:nvSpPr>
          <p:cNvPr id="5" name="lamp-pole"/>
          <p:cNvSpPr/>
          <p:nvPr/>
        </p:nvSpPr>
        <p:spPr>
          <a:xfrm>
            <a:off x="11430000" y="2103120"/>
            <a:ext cx="68580" cy="3017520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6" name="lamp-arm"/>
          <p:cNvSpPr/>
          <p:nvPr/>
        </p:nvSpPr>
        <p:spPr>
          <a:xfrm>
            <a:off x="10716768" y="2084832"/>
            <a:ext cx="786384" cy="64008"/>
          </a:xfrm>
          <a:prstGeom prst="rect">
            <a:avLst/>
          </a:prstGeom>
          <a:solidFill>
            <a:srgbClr val="0E0D0C"/>
          </a:solidFill>
        </p:spPr>
      </p:sp>
      <p:sp>
        <p:nvSpPr>
          <p:cNvPr id="7" name="lamp-head"/>
          <p:cNvSpPr/>
          <p:nvPr/>
        </p:nvSpPr>
        <p:spPr>
          <a:xfrm>
            <a:off x="10588752" y="2121408"/>
            <a:ext cx="310896" cy="219456"/>
          </a:xfrm>
          <a:prstGeom prst="ellipse">
            <a:avLst/>
          </a:prstGeom>
          <a:solidFill>
            <a:srgbClr val="E3B341">
              <a:alpha val="78000"/>
            </a:srgbClr>
          </a:solidFill>
        </p:spPr>
      </p:sp>
      <p:sp>
        <p:nvSpPr>
          <p:cNvPr id="8" name="slast-01"/>
          <p:cNvSpPr/>
          <p:nvPr/>
        </p:nvSpPr>
        <p:spPr>
          <a:xfrm rot="-848880">
            <a:off x="9045245" y="1488643"/>
            <a:ext cx="27432" cy="1258214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9" name="slast-02"/>
          <p:cNvSpPr/>
          <p:nvPr/>
        </p:nvSpPr>
        <p:spPr>
          <a:xfrm rot="-785760">
            <a:off x="5941771" y="1529791"/>
            <a:ext cx="27432" cy="1080821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0" name="slast-03"/>
          <p:cNvSpPr/>
          <p:nvPr/>
        </p:nvSpPr>
        <p:spPr>
          <a:xfrm rot="-921240">
            <a:off x="5431536" y="759866"/>
            <a:ext cx="27432" cy="1321308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1" name="slast-04"/>
          <p:cNvSpPr/>
          <p:nvPr/>
        </p:nvSpPr>
        <p:spPr>
          <a:xfrm rot="-977940">
            <a:off x="8081467" y="973836"/>
            <a:ext cx="27432" cy="1160374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12" name="slast-05"/>
          <p:cNvSpPr/>
          <p:nvPr/>
        </p:nvSpPr>
        <p:spPr>
          <a:xfrm rot="-908880">
            <a:off x="6665976" y="1323137"/>
            <a:ext cx="27432" cy="1061618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3" name="slast-06"/>
          <p:cNvSpPr/>
          <p:nvPr/>
        </p:nvSpPr>
        <p:spPr>
          <a:xfrm rot="-883140">
            <a:off x="6661404" y="1326794"/>
            <a:ext cx="27432" cy="1497787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4" name="slast-07"/>
          <p:cNvSpPr/>
          <p:nvPr/>
        </p:nvSpPr>
        <p:spPr>
          <a:xfrm rot="-842640">
            <a:off x="10359238" y="224028"/>
            <a:ext cx="27432" cy="1021385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5" name="slast-08"/>
          <p:cNvSpPr/>
          <p:nvPr/>
        </p:nvSpPr>
        <p:spPr>
          <a:xfrm rot="-861540">
            <a:off x="3345790" y="685800"/>
            <a:ext cx="27432" cy="1165860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6" name="slast-09"/>
          <p:cNvSpPr/>
          <p:nvPr/>
        </p:nvSpPr>
        <p:spPr>
          <a:xfrm rot="-793260">
            <a:off x="7733081" y="971093"/>
            <a:ext cx="27432" cy="1386230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17" name="slast-10"/>
          <p:cNvSpPr/>
          <p:nvPr/>
        </p:nvSpPr>
        <p:spPr>
          <a:xfrm rot="-757860">
            <a:off x="1060704" y="580644"/>
            <a:ext cx="27432" cy="1554480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8" name="slast-11"/>
          <p:cNvSpPr/>
          <p:nvPr/>
        </p:nvSpPr>
        <p:spPr>
          <a:xfrm rot="-766740">
            <a:off x="11378794" y="1260043"/>
            <a:ext cx="27432" cy="1479499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19" name="slast-12"/>
          <p:cNvSpPr/>
          <p:nvPr/>
        </p:nvSpPr>
        <p:spPr>
          <a:xfrm rot="-823680">
            <a:off x="11742725" y="396850"/>
            <a:ext cx="27432" cy="1508760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20" name="slast-13"/>
          <p:cNvSpPr/>
          <p:nvPr/>
        </p:nvSpPr>
        <p:spPr>
          <a:xfrm rot="-951180">
            <a:off x="3193085" y="1025957"/>
            <a:ext cx="27432" cy="967435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1" name="slast-14"/>
          <p:cNvSpPr/>
          <p:nvPr/>
        </p:nvSpPr>
        <p:spPr>
          <a:xfrm rot="-983460">
            <a:off x="3256178" y="121615"/>
            <a:ext cx="27432" cy="950976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22" name="slast-15"/>
          <p:cNvSpPr/>
          <p:nvPr/>
        </p:nvSpPr>
        <p:spPr>
          <a:xfrm rot="-1017540">
            <a:off x="11282782" y="212141"/>
            <a:ext cx="27432" cy="1474927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3" name="slast-16"/>
          <p:cNvSpPr/>
          <p:nvPr/>
        </p:nvSpPr>
        <p:spPr>
          <a:xfrm rot="-932400">
            <a:off x="1576426" y="339242"/>
            <a:ext cx="27432" cy="1538021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4" name="slast-17"/>
          <p:cNvSpPr/>
          <p:nvPr/>
        </p:nvSpPr>
        <p:spPr>
          <a:xfrm rot="-849720">
            <a:off x="11365078" y="1388974"/>
            <a:ext cx="27432" cy="1096366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25" name="slast-18"/>
          <p:cNvSpPr/>
          <p:nvPr/>
        </p:nvSpPr>
        <p:spPr>
          <a:xfrm rot="-930840">
            <a:off x="4180637" y="489204"/>
            <a:ext cx="27432" cy="1373429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6" name="slast-19"/>
          <p:cNvSpPr/>
          <p:nvPr/>
        </p:nvSpPr>
        <p:spPr>
          <a:xfrm rot="-956640">
            <a:off x="8095183" y="1172261"/>
            <a:ext cx="27432" cy="1298448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7" name="slast-20"/>
          <p:cNvSpPr/>
          <p:nvPr/>
        </p:nvSpPr>
        <p:spPr>
          <a:xfrm rot="-834420">
            <a:off x="8745322" y="108814"/>
            <a:ext cx="27432" cy="1466698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8" name="slast-21"/>
          <p:cNvSpPr/>
          <p:nvPr/>
        </p:nvSpPr>
        <p:spPr>
          <a:xfrm rot="-892560">
            <a:off x="9448495" y="328270"/>
            <a:ext cx="27432" cy="1096366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29" name="slast-22"/>
          <p:cNvSpPr/>
          <p:nvPr/>
        </p:nvSpPr>
        <p:spPr>
          <a:xfrm rot="-973140">
            <a:off x="6666890" y="125273"/>
            <a:ext cx="27432" cy="1420063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30" name="slast-23"/>
          <p:cNvSpPr/>
          <p:nvPr/>
        </p:nvSpPr>
        <p:spPr>
          <a:xfrm rot="-986460">
            <a:off x="9079078" y="292608"/>
            <a:ext cx="27432" cy="1524305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31" name="slast-24"/>
          <p:cNvSpPr/>
          <p:nvPr/>
        </p:nvSpPr>
        <p:spPr>
          <a:xfrm rot="-769620">
            <a:off x="5003597" y="590702"/>
            <a:ext cx="27432" cy="1079906"/>
          </a:xfrm>
          <a:prstGeom prst="rect">
            <a:avLst/>
          </a:prstGeom>
          <a:solidFill>
            <a:srgbClr val="F5EDDC">
              <a:alpha val="8000"/>
            </a:srgbClr>
          </a:solidFill>
        </p:spPr>
      </p:sp>
      <p:sp>
        <p:nvSpPr>
          <p:cNvPr id="32" name="slast-25"/>
          <p:cNvSpPr/>
          <p:nvPr/>
        </p:nvSpPr>
        <p:spPr>
          <a:xfrm rot="-758160">
            <a:off x="687629" y="955548"/>
            <a:ext cx="27432" cy="1359713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33" name="slast-26"/>
          <p:cNvSpPr/>
          <p:nvPr/>
        </p:nvSpPr>
        <p:spPr>
          <a:xfrm rot="-959400">
            <a:off x="2600554" y="845820"/>
            <a:ext cx="27432" cy="1329538"/>
          </a:xfrm>
          <a:prstGeom prst="rect">
            <a:avLst/>
          </a:prstGeom>
          <a:solidFill>
            <a:srgbClr val="F5EDDC">
              <a:alpha val="14000"/>
            </a:srgbClr>
          </a:solidFill>
        </p:spPr>
      </p:sp>
      <p:sp>
        <p:nvSpPr>
          <p:cNvPr id="34" name="title"/>
          <p:cNvSpPr/>
          <p:nvPr/>
        </p:nvSpPr>
        <p:spPr>
          <a:xfrm>
            <a:off x="822960" y="3182112"/>
            <a:ext cx="10515600" cy="2048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5EDD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暴雨</a:t>
            </a:r>
            <a:endParaRPr lang="en-US" sz="12000" dirty="0"/>
          </a:p>
        </p:txBody>
      </p:sp>
      <p:sp>
        <p:nvSpPr>
          <p:cNvPr id="35" name="sub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9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18:40 — 19:20 · 六个镜头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55"/>
                            </p:stCondLst>
                            <p:childTnLst>
                              <p:par>
                                <p:cTn id="1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165"/>
                            </p:stCondLst>
                            <p:childTnLst>
                              <p:par>
                                <p:cTn id="2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330"/>
                            </p:stCondLst>
                            <p:childTnLst>
                              <p:par>
                                <p:cTn id="25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50"/>
                            </p:stCondLst>
                            <p:childTnLst>
                              <p:par>
                                <p:cTn id="30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325"/>
                            </p:stCondLst>
                            <p:childTnLst>
                              <p:par>
                                <p:cTn id="35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655"/>
                            </p:stCondLst>
                            <p:childTnLst>
                              <p:par>
                                <p:cTn id="4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155"/>
                            </p:stCondLst>
                            <p:childTnLst>
                              <p:par>
                                <p:cTn id="45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1710"/>
                            </p:stCondLst>
                            <p:childTnLst>
                              <p:par>
                                <p:cTn id="50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320"/>
                            </p:stCondLst>
                            <p:childTnLst>
                              <p:par>
                                <p:cTn id="55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6985"/>
                            </p:stCondLst>
                            <p:childTnLst>
                              <p:par>
                                <p:cTn id="60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8705"/>
                            </p:stCondLst>
                            <p:childTnLst>
                              <p:par>
                                <p:cTn id="65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1480"/>
                            </p:stCondLst>
                            <p:childTnLst>
                              <p:par>
                                <p:cTn id="70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3310"/>
                            </p:stCondLst>
                            <p:childTnLst>
                              <p:par>
                                <p:cTn id="75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810"/>
                            </p:stCondLst>
                            <p:childTnLst>
                              <p:par>
                                <p:cTn id="80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7865"/>
                            </p:stCondLst>
                            <p:childTnLst>
                              <p:par>
                                <p:cTn id="85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475"/>
                            </p:stCondLst>
                            <p:childTnLst>
                              <p:par>
                                <p:cTn id="90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2640"/>
                            </p:stCondLst>
                            <p:childTnLst>
                              <p:par>
                                <p:cTn id="95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5360"/>
                            </p:stCondLst>
                            <p:childTnLst>
                              <p:par>
                                <p:cTn id="100" presetID="2" presetClass="entr" presetSubtype="1" repeatCount="indefinite" accel="50000" fill="hold" nodeType="after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1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7135"/>
                            </p:stCondLst>
                            <p:childTnLst>
                              <p:par>
                                <p:cTn id="105" presetID="2" presetClass="entr" presetSubtype="1" repeatCount="indefinite" accel="5000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2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2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465"/>
                            </p:stCondLst>
                            <p:childTnLst>
                              <p:par>
                                <p:cTn id="110" presetID="2" presetClass="entr" presetSubtype="1" repeatCount="indefinite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2465"/>
                            </p:stCondLst>
                            <p:childTnLst>
                              <p:par>
                                <p:cTn id="115" presetID="2" presetClass="entr" presetSubtype="1" repeatCount="indefinite" accel="50000" fill="hold" nodeType="after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5020"/>
                            </p:stCondLst>
                            <p:childTnLst>
                              <p:par>
                                <p:cTn id="120" presetID="2" presetClass="entr" presetSubtype="1" repeatCount="indefinite" accel="5000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6630"/>
                            </p:stCondLst>
                            <p:childTnLst>
                              <p:par>
                                <p:cTn id="125" presetID="2" presetClass="entr" presetSubtype="1" repeatCount="indefinite" accel="50000" fill="hold" nodeType="after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8795"/>
                            </p:stCondLst>
                            <p:childTnLst>
                              <p:par>
                                <p:cTn id="130" presetID="2" presetClass="entr" presetSubtype="1" repeatCount="indefinite" accel="5000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515"/>
                            </p:stCondLst>
                            <p:childTnLst>
                              <p:par>
                                <p:cTn id="135" presetID="53" presetClass="entr" presetSubtype="16" accel="50000" decel="50000" fill="hold" nodeType="after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4615"/>
                            </p:stCondLst>
                            <p:childTnLst>
                              <p:par>
                                <p:cTn id="141" presetID="42" presetClass="entr" presetSubtype="0" accel="50000" decel="50000" fill="hold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9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69515"/>
                            </p:stCondLst>
                            <p:childTnLst>
                              <p:par>
                                <p:cTn id="146" presetID="6" presetClass="emph" presetSubtype="0" accel="50000" decel="50000" fill="hold" nodeType="afterEffect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47" dur="16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演示</Application>
  <PresentationFormat>On-screen Show (16:9)</PresentationFormat>
  <Paragraphs>34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Georgia</vt:lpstr>
      <vt:lpstr>Georgia</vt:lpstr>
      <vt:lpstr>Georgia</vt:lpstr>
      <vt:lpstr>微软雅黑</vt:lpstr>
      <vt:lpstr>微软雅黑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暴雨</dc:title>
  <dc:creator>PptxGenJS</dc:creator>
  <dc:subject>PptxGenJS Presentation</dc:subject>
  <cp:lastModifiedBy>无缺小鱼</cp:lastModifiedBy>
  <cp:revision>2</cp:revision>
  <dcterms:created xsi:type="dcterms:W3CDTF">2026-09-13T08:50:00Z</dcterms:created>
  <dcterms:modified xsi:type="dcterms:W3CDTF">2026-09-13T08:50:56Z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7D483B2956744C5CBCFB8C651433A5D6_13</vt:lpwstr>
  </property>
  <property fmtid="{D5CDD505-2E9C-101B-9397-08002B2CF9AE}" pid="3" name="KSOProductBuildVer">
    <vt:lpwstr>2052-12.1.0.28505</vt:lpwstr>
  </property>
</Properties>
</file>